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029688be34a23" /><Relationship Type="http://schemas.openxmlformats.org/officeDocument/2006/relationships/extended-properties" Target="/docProps/app.xml" Id="R845e21dd9b9a4ba9" /><Relationship Type="http://schemas.openxmlformats.org/officeDocument/2006/relationships/officeDocument" Target="/ppt/presentation.xml" Id="R613cc525bc59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b6d45688c4cb3"/>
  </p:sldMasterIdLst>
  <p:notesMasterIdLst>
    <p:notesMasterId xmlns:r="http://schemas.openxmlformats.org/officeDocument/2006/relationships" r:id="R894149c289be41f9"/>
  </p:notesMasterIdLst>
  <p:sldIdLst>
    <p:sldId xmlns:r="http://schemas.openxmlformats.org/officeDocument/2006/relationships" id="256" r:id="Rb9de35a6241b43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0fb82d222441c" /><Relationship Type="http://schemas.openxmlformats.org/officeDocument/2006/relationships/slideMaster" Target="/ppt/slideMasters/slideMaster1.xml" Id="R8e3b6d45688c4cb3" /><Relationship Type="http://schemas.openxmlformats.org/officeDocument/2006/relationships/notesMaster" Target="/ppt/notesMasters/notesMaster1.xml" Id="R894149c289be41f9" /><Relationship Type="http://schemas.openxmlformats.org/officeDocument/2006/relationships/presProps" Target="/ppt/presProps.xml" Id="Rbf009c3639ce4b08" /><Relationship Type="http://schemas.openxmlformats.org/officeDocument/2006/relationships/viewProps" Target="/ppt/viewProps.xml" Id="Rad17b905eb6f4bc6" /><Relationship Type="http://schemas.openxmlformats.org/officeDocument/2006/relationships/tableStyles" Target="/ppt/tableStyles.xml" Id="R8395e03389ed406d" /><Relationship Type="http://schemas.openxmlformats.org/officeDocument/2006/relationships/slide" Target="/ppt/slides/slide1.xml" Id="Rb9de35a6241b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d867dee703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2a8f517594080" /><Relationship Type="http://schemas.openxmlformats.org/officeDocument/2006/relationships/notesMaster" Target="/ppt/notesMasters/notesMaster1.xml" Id="R6bca60f180d1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fe14d23f44c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64299e30a4d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954ee77674c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da3269ff74e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d721e444747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d4af745d94a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2626738bf42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bef356cc045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bacd621054f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9485d2f934eb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c8284ecb84ca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06664E-49CD-45A5-D7CB-1700F57B14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F9132B0-F273-5A37-B257-0F2AE74796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86FE6B-5CC3-6701-86FD-6AD7BD66A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7D0077D-C9A0-9882-66CC-C12CA1189C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0C5C09-AE79-46F2-776A-22FC00D41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F9F3EF-C192-D03A-5257-9573F3E89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810D42B-C640-E762-2D73-41FDEA47D4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639F62-4132-FAB9-5B26-DA539A49B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5F621E-78FE-56AE-9001-2672388C3C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56B1520-D0FE-D3DC-2EC5-514001E5D3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8827D4-0E06-68EE-7C6E-D619C49EA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BE1C988-F795-5657-7F87-2155711AE9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AE5CA1-C8AE-62F7-62DB-3A40A7ABA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C8171E-53B6-14D0-4036-897AF27864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C1AC129-93E6-BEAE-8CEE-E3D43F5E1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1E2DBE-4D26-F48C-407D-DB3E94C6D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EA029-A779-4F9F-4C1D-0FAAE7C6FC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8E80579-47F4-2A8B-9A86-64A8DA700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2273BFA-EB3D-BAB8-AE83-595D353B99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5687163-AB5D-60EC-8B6B-8A5E29B4A9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E1AE393-4654-2B99-21EC-B0DFDDA7D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879DF5-F102-5C01-8CFE-27E2AE0FC0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7C48F4-F156-5C11-6727-8ACA4A4494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3D6FF93-33C8-A0E0-2227-A312AF94D3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6C9CA72-7AD1-8DF7-CC1C-CE5284C00F4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10C0A3-0A87-A721-3CBD-90D28A9CADE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C07857B-8366-376E-3588-8116C7E7FC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C4EACB9-EDBD-AB91-75FB-045F600FEA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DECDD7B-EF3D-33EE-D495-6D8AC5F73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39F2A6-5E59-6DAF-1BDB-8AEAFDB52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B2B7E22-6992-A881-FA79-732E85634D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5760F05-3C5B-13E0-7242-2358C6E3B3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55C5679-C679-0389-BCE0-8170FF8AD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1DFF33C-21CB-10FE-AE08-35A91560C4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6F46CBA-E5E8-799C-912E-F44D18AD77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F8C7FBC-9F10-5A67-4600-21D255D3D5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A1ABFB-4702-B045-F013-4CDA8C41B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DCD100-9FE1-6F57-4892-C89E07F325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1FDA98E-FB88-6D40-A90F-DE4AB9FAA9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CE656B8-466B-4E3E-969B-6786555343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D370DA5-13B4-4FC6-38A3-7866FDC5E1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7C1CEAB-9786-E945-4D42-62BDAABF5B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9614F7-219C-64A8-DC1A-F1C19E046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BD5EC6C-BBD9-2AFF-1AB0-109287AF569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E843931-5D3B-1BAA-C59D-1A4F2D1DC1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AA653F1-87D0-6CED-F2C2-EF0C87A24A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9CA01D0-F9B9-0EA2-A2C9-70FCACAA8C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58BB9A9-806D-1401-1ACF-391DB3667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47027C-5366-3FA1-E8C6-EE7318B0B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B0927B3-CEA7-6576-E2A5-9E91CB046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366851-7E85-B1A3-39AF-620568CC06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1A9AF3-2681-722B-A7CD-D7E4D9F12C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620E03-C613-3FF4-68D3-4F0025F6D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22196AD-0CB5-4F07-9BCE-769FA500D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D141189-90FB-7829-49A7-DDF49BE5B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6BEE09-F0FA-CA9B-2300-CA74D85284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A8B92B7-F566-8ECA-95ED-DECAEE4249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86FB8A-D04B-0FF2-6EF3-9697A1DC2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9fd2f4e0b4616" /><Relationship Type="http://schemas.openxmlformats.org/officeDocument/2006/relationships/slideLayout" Target="/ppt/slideLayouts/slideLayout1.xml" Id="Rd26ec5a3c9a143ad" /><Relationship Type="http://schemas.openxmlformats.org/officeDocument/2006/relationships/slideLayout" Target="/ppt/slideLayouts/slideLayout2.xml" Id="R220c15d0d8a7439d" /><Relationship Type="http://schemas.openxmlformats.org/officeDocument/2006/relationships/slideLayout" Target="/ppt/slideLayouts/slideLayout3.xml" Id="R6fa68496380b491b" /><Relationship Type="http://schemas.openxmlformats.org/officeDocument/2006/relationships/slideLayout" Target="/ppt/slideLayouts/slideLayout4.xml" Id="Rdc26e898730d46a8" /><Relationship Type="http://schemas.openxmlformats.org/officeDocument/2006/relationships/slideLayout" Target="/ppt/slideLayouts/slideLayout5.xml" Id="R4a3e7f65eed14b45" /><Relationship Type="http://schemas.openxmlformats.org/officeDocument/2006/relationships/slideLayout" Target="/ppt/slideLayouts/slideLayout6.xml" Id="Rf1a1101970614f98" /><Relationship Type="http://schemas.openxmlformats.org/officeDocument/2006/relationships/slideLayout" Target="/ppt/slideLayouts/slideLayout7.xml" Id="R459767435c6a4edf" /><Relationship Type="http://schemas.openxmlformats.org/officeDocument/2006/relationships/slideLayout" Target="/ppt/slideLayouts/slideLayout8.xml" Id="Rf7f23dadc62b43df" /><Relationship Type="http://schemas.openxmlformats.org/officeDocument/2006/relationships/slideLayout" Target="/ppt/slideLayouts/slideLayout9.xml" Id="Re62ae9a21c6a4cee" /><Relationship Type="http://schemas.openxmlformats.org/officeDocument/2006/relationships/slideLayout" Target="/ppt/slideLayouts/slideLayout10.xml" Id="Re01ec29cfb05422f" /><Relationship Type="http://schemas.openxmlformats.org/officeDocument/2006/relationships/slideLayout" Target="/ppt/slideLayouts/slideLayout11.xml" Id="R599b90f07e8a41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4C7689B-B9E2-2FB0-3D10-28C3B916B1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34A26E3-C78F-D070-472E-C70BA38DA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DDACBA-B6D8-5E5B-035D-F794D4E1A6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CC0E108-1F49-4388-AFCF-DC3481104F3F}" type="datetimeFigureOut">
              <a:t>2026/7/14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A444AC-A996-86D9-B7E4-E862F340DF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F575E3-738D-95A0-8C3F-CA20BAF361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3EE96E6-B868-4119-ABAA-EF357806149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ec5a3c9a143ad"/>
    <p:sldLayoutId xmlns:r="http://schemas.openxmlformats.org/officeDocument/2006/relationships" id="2147483650" r:id="R220c15d0d8a7439d"/>
    <p:sldLayoutId xmlns:r="http://schemas.openxmlformats.org/officeDocument/2006/relationships" id="2147483651" r:id="R6fa68496380b491b"/>
    <p:sldLayoutId xmlns:r="http://schemas.openxmlformats.org/officeDocument/2006/relationships" id="2147483652" r:id="Rdc26e898730d46a8"/>
    <p:sldLayoutId xmlns:r="http://schemas.openxmlformats.org/officeDocument/2006/relationships" id="2147483653" r:id="R4a3e7f65eed14b45"/>
    <p:sldLayoutId xmlns:r="http://schemas.openxmlformats.org/officeDocument/2006/relationships" id="2147483654" r:id="Rf1a1101970614f98"/>
    <p:sldLayoutId xmlns:r="http://schemas.openxmlformats.org/officeDocument/2006/relationships" id="2147483655" r:id="R459767435c6a4edf"/>
    <p:sldLayoutId xmlns:r="http://schemas.openxmlformats.org/officeDocument/2006/relationships" id="2147483656" r:id="Rf7f23dadc62b43df"/>
    <p:sldLayoutId xmlns:r="http://schemas.openxmlformats.org/officeDocument/2006/relationships" id="2147483657" r:id="Re62ae9a21c6a4cee"/>
    <p:sldLayoutId xmlns:r="http://schemas.openxmlformats.org/officeDocument/2006/relationships" id="2147483658" r:id="Re01ec29cfb05422f"/>
    <p:sldLayoutId xmlns:r="http://schemas.openxmlformats.org/officeDocument/2006/relationships" id="2147483659" r:id="R599b90f07e8a4123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02bda79e24550" /><Relationship Type="http://schemas.openxmlformats.org/officeDocument/2006/relationships/image" Target="/ppt/media/image.png" Id="Radec41e231e34e45" /><Relationship Type="http://schemas.openxmlformats.org/officeDocument/2006/relationships/image" Target="/ppt/media/image2.png" Id="R5b79df8150ce4c16" /><Relationship Type="http://schemas.openxmlformats.org/officeDocument/2006/relationships/image" Target="/ppt/media/image3.png" Id="Rbb05dfd140dc4091" /><Relationship Type="http://schemas.openxmlformats.org/officeDocument/2006/relationships/image" Target="/ppt/media/image4.png" Id="R281fe07b33e04ee2" /><Relationship Type="http://schemas.openxmlformats.org/officeDocument/2006/relationships/image" Target="/ppt/media/image5.png" Id="Rca954aa3c91e4235" /><Relationship Type="http://schemas.openxmlformats.org/officeDocument/2006/relationships/image" Target="/ppt/media/image6.png" Id="R19498ce0b00244e6" /><Relationship Type="http://schemas.openxmlformats.org/officeDocument/2006/relationships/image" Target="/ppt/media/image7.png" Id="R4bb0dd7c59b04ec7" /><Relationship Type="http://schemas.openxmlformats.org/officeDocument/2006/relationships/image" Target="/ppt/media/image8.png" Id="R92cd084c5e524ae9" /><Relationship Type="http://schemas.openxmlformats.org/officeDocument/2006/relationships/image" Target="/ppt/media/image9.png" Id="R36a497b113be49a8" /><Relationship Type="http://schemas.openxmlformats.org/officeDocument/2006/relationships/image" Target="/ppt/media/image10.png" Id="Rfff6ec0bec5f404d" /><Relationship Type="http://schemas.openxmlformats.org/officeDocument/2006/relationships/image" Target="/ppt/media/image11.png" Id="R834a5c5d8b534c26" /><Relationship Type="http://schemas.openxmlformats.org/officeDocument/2006/relationships/image" Target="/ppt/media/image12.png" Id="R7163fad3c0ad4f4c" /><Relationship Type="http://schemas.openxmlformats.org/officeDocument/2006/relationships/image" Target="/ppt/media/image13.png" Id="Rb0d44937c8bd4797" /><Relationship Type="http://schemas.openxmlformats.org/officeDocument/2006/relationships/image" Target="/ppt/media/image14.png" Id="Rba0e94bc19604c90" /><Relationship Type="http://schemas.openxmlformats.org/officeDocument/2006/relationships/notesSlide" Target="/ppt/notesSlides/notesSlide1.xml" Id="R8933359a2f4746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5F616C3-F6F9-E761-CAD6-72F5D9C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506" y="3138674"/>
            <a:ext cx="4657493" cy="331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矩形: 圆角 64">
            <a:extLst xmlns:a="http://schemas.openxmlformats.org/drawingml/2006/main">
              <a:ext uri="{FF2B5EF4-FFF2-40B4-BE49-F238E27FC236}">
                <a16:creationId xmlns:a16="http://schemas.microsoft.com/office/drawing/2014/main" id="{C9C9AD50-58F1-29B0-5ABC-138E9D00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8" y="176697"/>
            <a:ext cx="7511258" cy="627997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1D9A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矩形: 圆角 113">
            <a:extLst xmlns:a="http://schemas.openxmlformats.org/drawingml/2006/main">
              <a:ext uri="{FF2B5EF4-FFF2-40B4-BE49-F238E27FC236}">
                <a16:creationId xmlns:a16="http://schemas.microsoft.com/office/drawing/2014/main" id="{BC89AA10-C9B3-338D-48A3-67E29A4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6" y="515250"/>
            <a:ext cx="7320567" cy="5846553"/>
          </a:xfrm>
          <a:prstGeom xmlns:a="http://schemas.openxmlformats.org/drawingml/2006/main" prst="roundRect">
            <a:avLst>
              <a:gd name="adj" fmla="val 5386"/>
            </a:avLst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矩形: 圆角 77">
            <a:extLst xmlns:a="http://schemas.openxmlformats.org/drawingml/2006/main">
              <a:ext uri="{FF2B5EF4-FFF2-40B4-BE49-F238E27FC236}">
                <a16:creationId xmlns:a16="http://schemas.microsoft.com/office/drawing/2014/main" id="{BABBF7EE-5262-D82A-1693-5F9608C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691" y="4687752"/>
            <a:ext cx="4363943" cy="1674052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BDCA61B-3858-2C04-8731-9483D179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26" y="176697"/>
            <a:ext cx="4641274" cy="29619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33AA38E-FBCE-5CE1-EB8D-7101957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39" y="243359"/>
            <a:ext cx="224452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400"/>
              <a:t>Simulation Environment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6120CA2-BFB2-63AA-EB65-AB3660E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155" y="3169704"/>
            <a:ext cx="187743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400"/>
              <a:t>Real-world Platform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DC05F80-D483-50F0-F473-E857C66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726" y="4410693"/>
            <a:ext cx="128753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825" b="1"/>
            </a:pPr>
            <a:r>
              <a:rPr sz="825" b="1"/>
              <a:t>Jetson AGX Orin</a:t>
            </a:r>
          </a:p>
        </p:txBody>
      </p:sp>
      <p:sp>
        <p:nvSpPr>
          <p:cNvPr id="32" name="箭头: 左 31">
            <a:extLst xmlns:a="http://schemas.openxmlformats.org/drawingml/2006/main">
              <a:ext uri="{FF2B5EF4-FFF2-40B4-BE49-F238E27FC236}">
                <a16:creationId xmlns:a16="http://schemas.microsoft.com/office/drawing/2014/main" id="{3FD28413-8B1C-E3BC-F4A2-D75C5BD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336032" y="984115"/>
            <a:ext cx="1384569" cy="77198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54BBBE7-465B-84A5-EA9F-A2D58639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477000"/>
            <a:ext cx="180975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defRPr sz="750" b="1"/>
            </a:pPr>
            <a:r>
              <a:rPr sz="750" b="1"/>
              <a:t>Real observations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FEA0D77-1CC1-B305-466F-04CB3AA7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986" y="1242583"/>
            <a:ext cx="70243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100"/>
              <a:t>Actions</a:t>
            </a:r>
          </a:p>
        </p:txBody>
      </p:sp>
      <p:sp>
        <p:nvSpPr>
          <p:cNvPr id="77" name="矩形: 圆角 76">
            <a:extLst xmlns:a="http://schemas.openxmlformats.org/drawingml/2006/main">
              <a:ext uri="{FF2B5EF4-FFF2-40B4-BE49-F238E27FC236}">
                <a16:creationId xmlns:a16="http://schemas.microsoft.com/office/drawing/2014/main" id="{9C9660A8-70CC-D1EC-AE5D-7C4A3C1D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601" y="1645891"/>
            <a:ext cx="4317218" cy="1418845"/>
          </a:xfrm>
          <a:prstGeom xmlns:a="http://schemas.openxmlformats.org/drawingml/2006/main" prst="roundRect">
            <a:avLst>
              <a:gd name="adj" fmla="val 6739"/>
            </a:avLst>
          </a:prstGeom>
          <a:solidFill xmlns:a="http://schemas.openxmlformats.org/drawingml/2006/main">
            <a:srgbClr val="B6D2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9B2C1361-B88B-9B9B-7E45-AD0C557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011" y="3478943"/>
            <a:ext cx="2354269" cy="954691"/>
          </a:xfrm>
          <a:prstGeom xmlns:a="http://schemas.openxmlformats.org/drawingml/2006/main" prst="roundRect">
            <a:avLst>
              <a:gd name="adj" fmla="val 7957"/>
            </a:avLst>
          </a:prstGeom>
          <a:solidFill xmlns:a="http://schemas.openxmlformats.org/drawingml/2006/main">
            <a:schemeClr val="accent3">
              <a:lumMod val="60000"/>
              <a:lumOff val="40000"/>
            </a:schemeClr>
          </a:solidFill>
        </p:spPr>
        <p:style>
          <a:lnRef xmlns:a="http://schemas.openxmlformats.org/drawingml/2006/main" idx="2">
            <a:schemeClr val="accent3">
              <a:shade val="15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4343A285-EA40-A1F0-D33F-DA3F784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7237" y="3472491"/>
            <a:ext cx="1002259" cy="2169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t>Safety strategies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DA23D1F1-E7A3-7DB1-E1F0-D8E750C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237" y="3780606"/>
            <a:ext cx="649965" cy="4968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Torque</a:t>
            </a:r>
            <a:br/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2FA746B-AC2E-8148-F963-2839E7A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611" y="3780606"/>
            <a:ext cx="649965" cy="4968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Overlimit</a:t>
            </a:r>
            <a:br/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Shutoff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F7E884E-4119-EFBF-63A6-034A5031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1556" y="3781456"/>
            <a:ext cx="822602" cy="4968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Temperature</a:t>
            </a:r>
            <a:br/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AE393235-F36A-1899-3FE2-B957781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761" y="1672413"/>
            <a:ext cx="21469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Parallel running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60D1E584-83B3-8C8B-5AAE-41ABD1B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839" y="1672425"/>
            <a:ext cx="169002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Multi workers in mujoco</a:t>
            </a:r>
          </a:p>
        </p:txBody>
      </p:sp>
      <p:pic>
        <p:nvPicPr>
          <p:cNvPr id="2665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c41e231e34e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9899" y="2005445"/>
            <a:ext cx="1592781" cy="983119"/>
          </a:xfrm>
          <a:prstGeom xmlns:a="http://schemas.openxmlformats.org/drawingml/2006/main" prst="rect">
            <a:avLst/>
          </a:prstGeom>
        </p:spPr>
      </p:pic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BD277B76-E41A-8B5B-E129-A98B41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830" y="6121155"/>
            <a:ext cx="79541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800"/>
              <a:t>Motor Driver</a:t>
            </a: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990B67F-90C8-BAA9-2D72-58ABED93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1" y="5342946"/>
            <a:ext cx="981359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675"/>
            </a:pPr>
            <a:r>
              <a:rPr sz="675"/>
              <a:t>EtherCAT interface</a:t>
            </a: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1693C78E-CFB3-34F9-B708-D166A4E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178" y="6056803"/>
            <a:ext cx="1316386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675"/>
            </a:pPr>
            <a:r>
              <a:rPr sz="675"/>
              <a:t>Motor/load encoders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FBA5D692-A9BF-0E90-E1A2-64F2559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151" y="5352115"/>
            <a:ext cx="1075936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675"/>
            </a:pPr>
            <a:r>
              <a:rPr sz="675"/>
              <a:t>Spring encoder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AE09FD8B-65CB-95FE-37DB-4A5CB52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418" y="6119627"/>
            <a:ext cx="140134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675"/>
            </a:pPr>
            <a:r>
              <a:rPr sz="675"/>
              <a:t>SEA joint &amp; loading bar</a:t>
            </a:r>
          </a:p>
        </p:txBody>
      </p:sp>
      <p:pic>
        <p:nvPicPr>
          <p:cNvPr id="267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9df8150ce4c16"/>
          <a:srcRect xmlns:a="http://schemas.openxmlformats.org/drawingml/2006/main" l="17398" t="14561" r="26502" b="0"/>
          <a:stretch xmlns:a="http://schemas.openxmlformats.org/drawingml/2006/main"/>
        </p:blipFill>
        <p:spPr>
          <a:xfrm xmlns:a="http://schemas.openxmlformats.org/drawingml/2006/main">
            <a:off x="10732146" y="4998615"/>
            <a:ext cx="990363" cy="1131229"/>
          </a:xfrm>
          <a:prstGeom xmlns:a="http://schemas.openxmlformats.org/drawingml/2006/main" prst="rect">
            <a:avLst/>
          </a:prstGeom>
        </p:spPr>
      </p:pic>
      <p:pic>
        <p:nvPicPr>
          <p:cNvPr id="267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5dfd140dc4091"/>
          <a:srcRect xmlns:a="http://schemas.openxmlformats.org/drawingml/2006/main" l="9476" t="12235" r="10056" b="7015"/>
          <a:stretch xmlns:a="http://schemas.openxmlformats.org/drawingml/2006/main"/>
        </p:blipFill>
        <p:spPr>
          <a:xfrm xmlns:a="http://schemas.openxmlformats.org/drawingml/2006/main">
            <a:off x="9588872" y="5464801"/>
            <a:ext cx="830281" cy="625555"/>
          </a:xfrm>
          <a:prstGeom xmlns:a="http://schemas.openxmlformats.org/drawingml/2006/main" prst="rect">
            <a:avLst/>
          </a:prstGeom>
        </p:spPr>
      </p:pic>
      <p:pic>
        <p:nvPicPr>
          <p:cNvPr id="2673" name="图片 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1fe07b33e04ee2"/>
          <a:srcRect xmlns:a="http://schemas.openxmlformats.org/drawingml/2006/main" l="39690" t="0" r="26943" b="0"/>
          <a:stretch xmlns:a="http://schemas.openxmlformats.org/drawingml/2006/main"/>
        </p:blipFill>
        <p:spPr>
          <a:xfrm xmlns:a="http://schemas.openxmlformats.org/drawingml/2006/main">
            <a:off x="8279158" y="4770644"/>
            <a:ext cx="639376" cy="621148"/>
          </a:xfrm>
          <a:prstGeom xmlns:a="http://schemas.openxmlformats.org/drawingml/2006/main" prst="rect">
            <a:avLst/>
          </a:prstGeom>
        </p:spPr>
      </p:pic>
      <p:pic>
        <p:nvPicPr>
          <p:cNvPr id="2674" name="图片 6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954aa3c91e4235"/>
          <a:srcRect xmlns:a="http://schemas.openxmlformats.org/drawingml/2006/main" l="11062" t="11580" r="6867" b="0"/>
          <a:stretch xmlns:a="http://schemas.openxmlformats.org/drawingml/2006/main"/>
        </p:blipFill>
        <p:spPr>
          <a:xfrm xmlns:a="http://schemas.openxmlformats.org/drawingml/2006/main">
            <a:off x="9681597" y="4938966"/>
            <a:ext cx="710828" cy="4407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75" name="内容占位符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9498ce0b00244e6"/>
          <a:srcRect xmlns:a="http://schemas.openxmlformats.org/drawingml/2006/main" l="17590" t="16367" r="12585" b="7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5618" y="5535118"/>
            <a:ext cx="864938" cy="711710"/>
          </a:xfrm>
        </p:spPr>
      </p:pic>
      <p:pic>
        <p:nvPicPr>
          <p:cNvPr id="2676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0dd7c59b04e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8087" y="1923584"/>
            <a:ext cx="1779004" cy="1023633"/>
          </a:xfrm>
          <a:prstGeom xmlns:a="http://schemas.openxmlformats.org/drawingml/2006/main" prst="rect">
            <a:avLst/>
          </a:prstGeom>
        </p:spPr>
      </p:pic>
      <p:pic>
        <p:nvPicPr>
          <p:cNvPr id="2677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d084c5e52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4951" y="1794213"/>
            <a:ext cx="1249304" cy="1255413"/>
          </a:xfrm>
          <a:prstGeom xmlns:a="http://schemas.openxmlformats.org/drawingml/2006/main" prst="rect">
            <a:avLst/>
          </a:prstGeom>
        </p:spPr>
      </p:pic>
      <p:pic>
        <p:nvPicPr>
          <p:cNvPr id="2678" name="图片 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497b113be49a8"/>
          <a:srcRect xmlns:a="http://schemas.openxmlformats.org/drawingml/2006/main" l="18241" t="0" r="116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8645" y="1819207"/>
            <a:ext cx="1112327" cy="1268429"/>
          </a:xfrm>
          <a:prstGeom xmlns:a="http://schemas.openxmlformats.org/drawingml/2006/main" prst="rect">
            <a:avLst/>
          </a:prstGeom>
        </p:spPr>
      </p:pic>
      <p:sp>
        <p:nvSpPr>
          <p:cNvPr id="71" name="箭头: 圆角右 70">
            <a:extLst xmlns:a="http://schemas.openxmlformats.org/drawingml/2006/main">
              <a:ext uri="{FF2B5EF4-FFF2-40B4-BE49-F238E27FC236}">
                <a16:creationId xmlns:a16="http://schemas.microsoft.com/office/drawing/2014/main" id="{55CD3B2B-13A5-70CE-94B9-8AEA74F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90448" y="886485"/>
            <a:ext cx="633772" cy="11589977"/>
          </a:xfrm>
          <a:prstGeom xmlns:a="http://schemas.openxmlformats.org/drawingml/2006/main" prst="bentArrow">
            <a:avLst>
              <a:gd name="adj1" fmla="val 41672"/>
              <a:gd name="adj2" fmla="val 50000"/>
              <a:gd name="adj3" fmla="val 39428"/>
              <a:gd name="adj4" fmla="val 21307"/>
            </a:avLst>
          </a:prstGeom>
          <a:solidFill xmlns:a="http://schemas.openxmlformats.org/drawingml/2006/main">
            <a:srgbClr val="FFD9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箭头: 手杖形 72">
            <a:extLst xmlns:a="http://schemas.openxmlformats.org/drawingml/2006/main">
              <a:ext uri="{FF2B5EF4-FFF2-40B4-BE49-F238E27FC236}">
                <a16:creationId xmlns:a16="http://schemas.microsoft.com/office/drawing/2014/main" id="{F23554ED-14EC-5E9C-831B-6DFF248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552751" y="5855524"/>
            <a:ext cx="1692411" cy="593262"/>
          </a:xfrm>
          <a:prstGeom xmlns:a="http://schemas.openxmlformats.org/drawingml/2006/main" prst="uturnArrow">
            <a:avLst>
              <a:gd name="adj1" fmla="val 50000"/>
              <a:gd name="adj2" fmla="val 22003"/>
              <a:gd name="adj3" fmla="val 0"/>
              <a:gd name="adj4" fmla="val 68800"/>
              <a:gd name="adj5" fmla="val 100000"/>
            </a:avLst>
          </a:prstGeom>
          <a:solidFill xmlns:a="http://schemas.openxmlformats.org/drawingml/2006/main">
            <a:srgbClr val="FFD9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878596A-923E-5C5B-AB86-1196CF4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484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/>
            </a:pPr>
            <a:r>
              <a:rPr sz="600"/>
              <a:t>x_t = [e_l, e_dot_l, e_m, e_dot_m, θ_s, θ_dot_s, θ_d, θ_dot_d, u_{t-1}]^T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929FDECE-D7FE-622B-6E6D-7145434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950" y="4677355"/>
            <a:ext cx="186744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750"/>
            </a:pPr>
            <a:r>
              <a:rPr sz="750">
                <a:latin typeface="Arial"/>
                <a:ea typeface="Arial"/>
                <a:cs typeface="Arial"/>
              </a:rPr>
              <a:t>Single real-time worker</a:t>
            </a:r>
          </a:p>
        </p:txBody>
      </p:sp>
      <p:sp>
        <p:nvSpPr>
          <p:cNvPr id="95" name="矩形: 圆角 94">
            <a:extLst xmlns:a="http://schemas.openxmlformats.org/drawingml/2006/main">
              <a:ext uri="{FF2B5EF4-FFF2-40B4-BE49-F238E27FC236}">
                <a16:creationId xmlns:a16="http://schemas.microsoft.com/office/drawing/2014/main" id="{37D23CD9-7CC7-8979-822B-4D739E3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781" y="4585243"/>
            <a:ext cx="1098884" cy="324344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9E37CF1D-F424-6DEE-28EB-DE4BA25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8024" y="4575409"/>
            <a:ext cx="100540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Bahnschrift SemiLight Condensed"/>
                <a:ea typeface="Bahnschrift SemiLight Condensed"/>
                <a:cs typeface="Bahnschrift SemiLight Condensed"/>
              </a:rPr>
              <a:t>Ether</a:t>
            </a:r>
            <a:r>
              <a:rPr sz="1400" b="1">
                <a:latin typeface="Segoe UI Black"/>
                <a:ea typeface="Segoe UI Black"/>
                <a:cs typeface="Segoe UI Black"/>
              </a:rPr>
              <a:t>CAT</a:t>
            </a:r>
            <a:r>
              <a:t> </a:t>
            </a:r>
          </a:p>
        </p:txBody>
      </p:sp>
      <p:pic>
        <p:nvPicPr>
          <p:cNvPr id="2685" name="图片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6ec0bec5f40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80886" y="4564130"/>
            <a:ext cx="506930" cy="242904"/>
          </a:xfrm>
          <a:prstGeom xmlns:a="http://schemas.openxmlformats.org/drawingml/2006/main" prst="rect">
            <a:avLst/>
          </a:prstGeom>
        </p:spPr>
      </p:pic>
      <p:sp>
        <p:nvSpPr>
          <p:cNvPr id="59" name="矩形: 圆角 58">
            <a:extLst xmlns:a="http://schemas.openxmlformats.org/drawingml/2006/main">
              <a:ext uri="{FF2B5EF4-FFF2-40B4-BE49-F238E27FC236}">
                <a16:creationId xmlns:a16="http://schemas.microsoft.com/office/drawing/2014/main" id="{F87F4CEC-1BF1-007C-4D22-37AB514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5899" y="515250"/>
            <a:ext cx="2037838" cy="1062304"/>
          </a:xfrm>
          <a:prstGeom xmlns:a="http://schemas.openxmlformats.org/drawingml/2006/main" prst="roundRect">
            <a:avLst>
              <a:gd name="adj" fmla="val 12446"/>
            </a:avLst>
          </a:prstGeom>
          <a:solidFill xmlns:a="http://schemas.openxmlformats.org/drawingml/2006/main">
            <a:srgbClr val="B6D2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87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a5c5d8b534c26"/>
          <a:srcRect xmlns:a="http://schemas.openxmlformats.org/drawingml/2006/main" l="0" t="0" r="29384" b="0"/>
          <a:stretch xmlns:a="http://schemas.openxmlformats.org/drawingml/2006/main"/>
        </p:blipFill>
        <p:spPr>
          <a:xfrm xmlns:a="http://schemas.openxmlformats.org/drawingml/2006/main" rot="0" flipH="0" flipV="0">
            <a:off x="10154152" y="803224"/>
            <a:ext cx="1650303" cy="635796"/>
          </a:xfrm>
          <a:prstGeom xmlns:a="http://schemas.openxmlformats.org/drawingml/2006/main" prst="rect">
            <a:avLst/>
          </a:prstGeom>
        </p:spPr>
      </p:pic>
      <p:cxnSp>
        <p:nvCxnSpPr>
          <p:cNvPr id="2688" name="直接箭头连接符 51"/>
          <p:cNvCxnSpPr/>
          <p:nvPr/>
        </p:nvCxnSpPr>
        <p:spPr>
          <a:xfrm xmlns:a="http://schemas.openxmlformats.org/drawingml/2006/main" rot="0" flipV="1">
            <a:off x="10311306" y="820811"/>
            <a:ext cx="0" cy="58398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89" name="直接箭头连接符 52"/>
          <p:cNvCxnSpPr/>
          <p:nvPr/>
        </p:nvCxnSpPr>
        <p:spPr>
          <a:xfrm xmlns:a="http://schemas.openxmlformats.org/drawingml/2006/main" rot="0">
            <a:off x="10298606" y="1402256"/>
            <a:ext cx="1516088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7B61C09E-526E-45E1-CCD5-AB26C9CF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4863" y="532237"/>
            <a:ext cx="2034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Arial"/>
                <a:ea typeface="Arial"/>
                <a:cs typeface="Arial"/>
              </a:rPr>
              <a:t>Trajectory Generation</a:t>
            </a:r>
          </a:p>
        </p:txBody>
      </p:sp>
      <p:pic>
        <p:nvPicPr>
          <p:cNvPr id="2691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3fad3c0ad4f4c"/>
          <a:srcRect xmlns:a="http://schemas.openxmlformats.org/drawingml/2006/main" l="15569" t="7900" r="13149" b="8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5782" y="3917996"/>
            <a:ext cx="1335081" cy="1275292"/>
          </a:xfrm>
          <a:prstGeom xmlns:a="http://schemas.openxmlformats.org/drawingml/2006/main" prst="rect">
            <a:avLst/>
          </a:prstGeom>
        </p:spPr>
      </p:pic>
      <p:cxnSp>
        <p:nvCxnSpPr>
          <p:cNvPr id="2692" name="直接箭头连接符 115"/>
          <p:cNvCxnSpPr/>
          <p:nvPr/>
        </p:nvCxnSpPr>
        <p:spPr>
          <a:xfrm xmlns:a="http://schemas.openxmlformats.org/drawingml/2006/main" flipV="1">
            <a:off x="124216" y="2759045"/>
            <a:ext cx="0" cy="78700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2" name="文本框 121">
            <a:extLst xmlns:a="http://schemas.openxmlformats.org/drawingml/2006/main">
              <a:ext uri="{FF2B5EF4-FFF2-40B4-BE49-F238E27FC236}">
                <a16:creationId xmlns:a16="http://schemas.microsoft.com/office/drawing/2014/main" id="{A17244C2-6B8E-F1A8-4383-3B454B9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29" y="1855510"/>
            <a:ext cx="814709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000"/>
              <a:t>SEA Joint </a:t>
            </a:r>
          </a:p>
        </p:txBody>
      </p:sp>
      <p:cxnSp>
        <p:nvCxnSpPr>
          <p:cNvPr id="2694" name="直接箭头连接符 123"/>
          <p:cNvCxnSpPr>
            <a:stCxn xmlns:a="http://schemas.openxmlformats.org/drawingml/2006/main" id="122" idx="2"/>
          </p:cNvCxnSpPr>
          <p:nvPr/>
        </p:nvCxnSpPr>
        <p:spPr>
          <a:xfrm xmlns:a="http://schemas.openxmlformats.org/drawingml/2006/main">
            <a:off x="9243084" y="2101731"/>
            <a:ext cx="164463" cy="21849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8" name="文本框 127">
            <a:extLst xmlns:a="http://schemas.openxmlformats.org/drawingml/2006/main">
              <a:ext uri="{FF2B5EF4-FFF2-40B4-BE49-F238E27FC236}">
                <a16:creationId xmlns:a16="http://schemas.microsoft.com/office/drawing/2014/main" id="{A9831C46-513B-18F1-5BD1-2F82D024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436" y="1893493"/>
            <a:ext cx="97128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100"/>
              <a:t>Loading Bar</a:t>
            </a:r>
          </a:p>
        </p:txBody>
      </p:sp>
      <p:cxnSp>
        <p:nvCxnSpPr>
          <p:cNvPr id="2696" name="直接箭头连接符 128"/>
          <p:cNvCxnSpPr>
            <a:stCxn xmlns:a="http://schemas.openxmlformats.org/drawingml/2006/main" id="128" idx="2"/>
          </p:cNvCxnSpPr>
          <p:nvPr/>
        </p:nvCxnSpPr>
        <p:spPr>
          <a:xfrm xmlns:a="http://schemas.openxmlformats.org/drawingml/2006/main" flipH="1">
            <a:off x="9776617" y="2155103"/>
            <a:ext cx="353464" cy="262322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5" name="文本框 134">
            <a:extLst xmlns:a="http://schemas.openxmlformats.org/drawingml/2006/main">
              <a:ext uri="{FF2B5EF4-FFF2-40B4-BE49-F238E27FC236}">
                <a16:creationId xmlns:a16="http://schemas.microsoft.com/office/drawing/2014/main" id="{731D4F3F-96AE-7546-1233-DE651A0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87" y="2817210"/>
            <a:ext cx="97128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100"/>
              <a:t>Inertia Disc </a:t>
            </a:r>
          </a:p>
        </p:txBody>
      </p:sp>
      <p:cxnSp>
        <p:nvCxnSpPr>
          <p:cNvPr id="2698" name="直接箭头连接符 136"/>
          <p:cNvCxnSpPr>
            <a:stCxn xmlns:a="http://schemas.openxmlformats.org/drawingml/2006/main" id="135" idx="0"/>
          </p:cNvCxnSpPr>
          <p:nvPr/>
        </p:nvCxnSpPr>
        <p:spPr>
          <a:xfrm xmlns:a="http://schemas.openxmlformats.org/drawingml/2006/main" flipH="1" flipV="1">
            <a:off x="9084241" y="2470629"/>
            <a:ext cx="549491" cy="346581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99" name="直接箭头连接符 139"/>
          <p:cNvCxnSpPr>
            <a:stCxn xmlns:a="http://schemas.openxmlformats.org/drawingml/2006/main" id="135" idx="0"/>
          </p:cNvCxnSpPr>
          <p:nvPr/>
        </p:nvCxnSpPr>
        <p:spPr>
          <a:xfrm xmlns:a="http://schemas.openxmlformats.org/drawingml/2006/main" flipV="1">
            <a:off x="9633732" y="2656015"/>
            <a:ext cx="441919" cy="16119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6B98A72-9FD8-E7A3-0B1E-9C3DE4C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1" y="2759880"/>
            <a:ext cx="90120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500" b="1"/>
            </a:pPr>
            <a:r>
              <a:rPr sz="1500" b="1"/>
              <a:t>Phase 2</a:t>
            </a:r>
          </a:p>
        </p:txBody>
      </p:sp>
      <p:pic>
        <p:nvPicPr>
          <p:cNvPr id="270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3fad3c0ad4f4c"/>
          <a:srcRect xmlns:a="http://schemas.openxmlformats.org/drawingml/2006/main" l="13988" t="15686" r="12208" b="55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2017" y="811808"/>
            <a:ext cx="1420283" cy="1235306"/>
          </a:xfrm>
          <a:prstGeom xmlns:a="http://schemas.openxmlformats.org/drawingml/2006/main" prst="rect">
            <a:avLst/>
          </a:prstGeom>
        </p:spPr>
      </p:pic>
      <p:cxnSp>
        <p:nvCxnSpPr>
          <p:cNvPr id="2702" name="直接箭头连接符 6"/>
          <p:cNvCxnSpPr/>
          <p:nvPr/>
        </p:nvCxnSpPr>
        <p:spPr>
          <a:xfrm xmlns:a="http://schemas.openxmlformats.org/drawingml/2006/main" flipV="1">
            <a:off x="4801206" y="839497"/>
            <a:ext cx="1215004" cy="106420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27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44937c8bd47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0470" y="1421987"/>
            <a:ext cx="760452" cy="632636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111306B-9ABC-6D49-F1DF-151D0E1D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05" y="1576432"/>
            <a:ext cx="474190" cy="326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𝑬</m:t>
                      </m:r>
                    </m:e>
                    <m:sub>
                      <m:r>
                        <a:rPr xmlns:a="http://schemas.openxmlformats.org/drawingml/2006/main" lang="en-US" sz="1400" b="0" i="0">
                          <a:latin typeface="Cambria Math"/>
                          <a:ea typeface="Cambria Math"/>
                          <a:cs typeface="Cambria Math"/>
                        </a:rPr>
                        <m:t>imp</m:t>
                      </m:r>
                    </m:sub>
                  </m:sSub>
                </m:oMath>
              </m:oMathPara>
            </a14:m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D353405-2A9F-8BA4-7F7A-E53FE9D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742" y="851813"/>
            <a:ext cx="4124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2706" name="直接箭头连接符 18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544895" y="1738305"/>
            <a:ext cx="535575" cy="1602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C5A8B66-8D26-7468-9839-4FE71C53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81" y="1414686"/>
            <a:ext cx="575171" cy="3270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</m:e>
                    <m:sub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𝒊𝒎𝒑</m:t>
                      </m:r>
                    </m:sub>
                  </m:sSub>
                </m:oMath>
              </m:oMathPara>
            </a14:m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D1800C5-DF4B-3514-C946-961F2DEA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638" y="1146546"/>
            <a:ext cx="4742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𝐽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2709" name="连接符: 肘形 23"/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91152" y="1005702"/>
            <a:ext cx="2400865" cy="423759"/>
          </a:xfrm>
          <a:prstGeom xmlns:a="http://schemas.openxmlformats.org/drawingml/2006/main" prst="bentConnector3">
            <a:avLst>
              <a:gd name="adj1" fmla="val 74333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10" name="连接符: 肘形 27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40922" y="1429461"/>
            <a:ext cx="1851095" cy="308844"/>
          </a:xfrm>
          <a:prstGeom xmlns:a="http://schemas.openxmlformats.org/drawingml/2006/main" prst="bentConnector3">
            <a:avLst>
              <a:gd name="adj1" fmla="val 66638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11" name="直接箭头连接符 29"/>
          <p:cNvCxnSpPr/>
          <p:nvPr/>
        </p:nvCxnSpPr>
        <p:spPr>
          <a:xfrm xmlns:a="http://schemas.openxmlformats.org/drawingml/2006/main" flipV="1">
            <a:off x="1985710" y="1373388"/>
            <a:ext cx="968398" cy="6812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1" name="文本框 120">
            <a:extLst xmlns:a="http://schemas.openxmlformats.org/drawingml/2006/main">
              <a:ext uri="{FF2B5EF4-FFF2-40B4-BE49-F238E27FC236}">
                <a16:creationId xmlns:a16="http://schemas.microsoft.com/office/drawing/2014/main" id="{5CC1D884-146B-B704-819F-3DEB7C5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646" y="629702"/>
            <a:ext cx="90601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050" b="1"/>
            </a:pPr>
            <a:r>
              <a:rPr sz="1050" b="1"/>
              <a:t>PPO teacher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3E90A5A1-E3D9-0E13-AACC-9716D7F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553" y="2016556"/>
            <a:ext cx="1357872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1100"/>
              <a:t>Control Policy(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l-GR" sz="1100" b="1" i="1">
                      <a:latin typeface="Cambria Math"/>
                      <a:ea typeface="Cambria Math"/>
                      <a:cs typeface="Cambria Math"/>
                    </a:rPr>
                    <m:t>𝝅</m:t>
                  </m:r>
                </m:oMath>
              </m:oMathPara>
            </a14:m>
            <a:r>
              <a:rPr sz="1100"/>
              <a:t>) </a:t>
            </a:r>
          </a:p>
        </p:txBody>
      </p:sp>
      <p:sp>
        <p:nvSpPr>
          <p:cNvPr id="148" name="文本框 147">
            <a:extLst xmlns:a="http://schemas.openxmlformats.org/drawingml/2006/main">
              <a:ext uri="{FF2B5EF4-FFF2-40B4-BE49-F238E27FC236}">
                <a16:creationId xmlns:a16="http://schemas.microsoft.com/office/drawing/2014/main" id="{E20EB29B-5CB2-3553-7AAF-EFF847B9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737" y="5176348"/>
            <a:ext cx="1367682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975" b="1"/>
            </a:pPr>
            <a:r>
              <a:rPr sz="975" b="1"/>
              <a:t>Control policy</a:t>
            </a:r>
          </a:p>
          <a:p xmlns:a="http://schemas.openxmlformats.org/drawingml/2006/main">
            <a:pPr>
              <a:defRPr sz="975" b="1"/>
            </a:pPr>
            <a:r>
              <a:rPr sz="975" b="1"/>
              <a:t>from Phase 1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AF12B471-9F10-6686-704F-D94E585B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381" y="1198121"/>
            <a:ext cx="84048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𝑎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4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𝜏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sub>
                  </m:sSub>
                </m:oMath>
              </m:oMathPara>
            </a14:m>
          </a:p>
        </p:txBody>
      </p:sp>
      <p:sp>
        <p:nvSpPr>
          <p:cNvPr id="152" name="文本框 151">
            <a:extLst xmlns:a="http://schemas.openxmlformats.org/drawingml/2006/main">
              <a:ext uri="{FF2B5EF4-FFF2-40B4-BE49-F238E27FC236}">
                <a16:creationId xmlns:a16="http://schemas.microsoft.com/office/drawing/2014/main" id="{D7B2DFCA-FDCE-7018-D879-C251394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70" y="3658868"/>
            <a:ext cx="575171" cy="221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acc>
                        <m:accPr>
                          <m:chr m:val="̂"/>
                        </m:accPr>
                        <m:e>
                          <m:r>
                            <a:rPr xmlns:a="http://schemas.openxmlformats.org/drawingml/2006/main" lang="en-US" sz="1400" b="1" i="1">
                              <a:latin typeface="Cambria Math"/>
                              <a:ea typeface="Cambria Math"/>
                              <a:cs typeface="Cambria Math"/>
                            </a:rPr>
                            <m:t>𝑱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sz="1400" b="0" i="0"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sub>
                  </m:sSub>
                </m:oMath>
              </m:oMathPara>
            </a14:m>
          </a:p>
        </p:txBody>
      </p:sp>
      <p:sp>
        <p:nvSpPr>
          <p:cNvPr id="153" name="文本框 152">
            <a:extLst xmlns:a="http://schemas.openxmlformats.org/drawingml/2006/main">
              <a:ext uri="{FF2B5EF4-FFF2-40B4-BE49-F238E27FC236}">
                <a16:creationId xmlns:a16="http://schemas.microsoft.com/office/drawing/2014/main" id="{DBC0CA57-6CE8-94E3-7FE2-FD2113E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57" y="4764410"/>
            <a:ext cx="575171" cy="234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acc>
                        <m:accPr>
                          <m:chr m:val="̂"/>
                        </m:accPr>
                        <m:e>
                          <m:r>
                            <a:rPr xmlns:a="http://schemas.openxmlformats.org/drawingml/2006/main" lang="en-US" sz="1400" b="1" i="1">
                              <a:latin typeface="Cambria Math"/>
                              <a:ea typeface="Cambria Math"/>
                              <a:cs typeface="Cambria Math"/>
                            </a:rPr>
                            <m:t>𝒛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𝒊𝒎𝒑</m:t>
                      </m:r>
                    </m:sub>
                  </m:sSub>
                </m:oMath>
              </m:oMathPara>
            </a14:m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3C64AB6-E826-6849-223B-72B4964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43" y="558579"/>
            <a:ext cx="293733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00" b="1"/>
            </a:pPr>
            <a:r>
              <a:rPr sz="1500" b="1"/>
              <a:t>Phase 1  Privileged teacher</a:t>
            </a:r>
          </a:p>
        </p:txBody>
      </p:sp>
      <p:sp>
        <p:nvSpPr>
          <p:cNvPr id="158" name="矩形 157">
            <a:extLst xmlns:a="http://schemas.openxmlformats.org/drawingml/2006/main">
              <a:ext uri="{FF2B5EF4-FFF2-40B4-BE49-F238E27FC236}">
                <a16:creationId xmlns:a16="http://schemas.microsoft.com/office/drawing/2014/main" id="{5BB35BD8-8811-180D-9E60-052635A6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34" y="3251883"/>
            <a:ext cx="422912" cy="3193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/>
            </a:pPr>
            <a:r>
              <a:rPr sz="1200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59" name="矩形 158">
            <a:extLst xmlns:a="http://schemas.openxmlformats.org/drawingml/2006/main">
              <a:ext uri="{FF2B5EF4-FFF2-40B4-BE49-F238E27FC236}">
                <a16:creationId xmlns:a16="http://schemas.microsoft.com/office/drawing/2014/main" id="{16E52BCE-5853-FE3F-ED0C-78E4B4D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028" y="3888106"/>
            <a:ext cx="417618" cy="306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8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/>
            </a:pPr>
            <a:r>
              <a:rPr sz="900" b="1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160" name="矩形 159">
            <a:extLst xmlns:a="http://schemas.openxmlformats.org/drawingml/2006/main">
              <a:ext uri="{FF2B5EF4-FFF2-40B4-BE49-F238E27FC236}">
                <a16:creationId xmlns:a16="http://schemas.microsoft.com/office/drawing/2014/main" id="{82331705-0E5A-CD85-3901-61574EC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94" y="4243501"/>
            <a:ext cx="408629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/>
            </a:pPr>
            <a:r>
              <a:rPr sz="1125" b="1">
                <a:solidFill>
                  <a:schemeClr val="tx1"/>
                </a:solidFill>
              </a:rPr>
              <a:t>η_t</a:t>
            </a:r>
          </a:p>
        </p:txBody>
      </p:sp>
      <p:cxnSp>
        <p:nvCxnSpPr>
          <p:cNvPr id="2722" name="连接符: 肘形 162"/>
          <p:cNvCxnSpPr>
            <a:stCxn xmlns:a="http://schemas.openxmlformats.org/drawingml/2006/main" id="2054" idx="3"/>
            <a:endCxn xmlns:a="http://schemas.openxmlformats.org/drawingml/2006/main" id="158" idx="1"/>
          </p:cNvCxnSpPr>
          <p:nvPr/>
        </p:nvCxnSpPr>
        <p:spPr>
          <a:xfrm xmlns:a="http://schemas.openxmlformats.org/drawingml/2006/main" flipV="1">
            <a:off x="1372234" y="3411537"/>
            <a:ext cx="180500" cy="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23" name="连接符: 肘形 164"/>
          <p:cNvCxnSpPr>
            <a:stCxn xmlns:a="http://schemas.openxmlformats.org/drawingml/2006/main" id="88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 flipV="1">
            <a:off x="988821" y="4041522"/>
            <a:ext cx="569207" cy="3723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24" name="连接符: 肘形 166"/>
          <p:cNvCxnSpPr>
            <a:stCxn xmlns:a="http://schemas.openxmlformats.org/drawingml/2006/main" id="88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 flipV="1">
            <a:off x="988821" y="4412778"/>
            <a:ext cx="1760973" cy="107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25" name="连接符: 肘形 170"/>
          <p:cNvCxnSpPr>
            <a:stCxn xmlns:a="http://schemas.openxmlformats.org/drawingml/2006/main" id="102" idx="2"/>
            <a:endCxn xmlns:a="http://schemas.openxmlformats.org/drawingml/2006/main" id="2302" idx="2"/>
          </p:cNvCxnSpPr>
          <p:nvPr/>
        </p:nvCxnSpPr>
        <p:spPr>
          <a:xfrm xmlns:a="http://schemas.openxmlformats.org/drawingml/2006/main" rot="16200000" flipH="1">
            <a:off x="588776" y="5464022"/>
            <a:ext cx="958306" cy="416839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58" name="文本框 2057">
            <a:extLst xmlns:a="http://schemas.openxmlformats.org/drawingml/2006/main">
              <a:ext uri="{FF2B5EF4-FFF2-40B4-BE49-F238E27FC236}">
                <a16:creationId xmlns:a16="http://schemas.microsoft.com/office/drawing/2014/main" id="{9C11318F-70C9-3988-96B9-5E19F4F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31" y="3004395"/>
            <a:ext cx="1672253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050"/>
            </a:pPr>
            <a:r>
              <a:rPr sz="1050" b="0"/>
              <a:t>Fast: Attention v2</a:t>
            </a:r>
          </a:p>
        </p:txBody>
      </p:sp>
      <p:sp>
        <p:nvSpPr>
          <p:cNvPr id="2104" name="文本框 2103">
            <a:extLst xmlns:a="http://schemas.openxmlformats.org/drawingml/2006/main">
              <a:ext uri="{FF2B5EF4-FFF2-40B4-BE49-F238E27FC236}">
                <a16:creationId xmlns:a16="http://schemas.microsoft.com/office/drawing/2014/main" id="{E7C04687-1F1C-DAAB-8AC9-E2B21772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527" y="3039741"/>
            <a:ext cx="35761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2728" name="连接符: 肘形 2104"/>
          <p:cNvCxnSpPr>
            <a:stCxn xmlns:a="http://schemas.openxmlformats.org/drawingml/2006/main" id="182" idx="3"/>
            <a:endCxn xmlns:a="http://schemas.openxmlformats.org/drawingml/2006/main" id="2103" idx="0"/>
          </p:cNvCxnSpPr>
          <p:nvPr/>
        </p:nvCxnSpPr>
        <p:spPr>
          <a:xfrm xmlns:a="http://schemas.openxmlformats.org/drawingml/2006/main">
            <a:off x="4902200" y="3720644"/>
            <a:ext cx="281583" cy="162728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17" name="箭头: 左 2116">
            <a:extLst xmlns:a="http://schemas.openxmlformats.org/drawingml/2006/main">
              <a:ext uri="{FF2B5EF4-FFF2-40B4-BE49-F238E27FC236}">
                <a16:creationId xmlns:a16="http://schemas.microsoft.com/office/drawing/2014/main" id="{4F1286DB-FCE1-601F-67E1-EF23D51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82935" y="4160252"/>
            <a:ext cx="840486" cy="771985"/>
          </a:xfrm>
          <a:prstGeom xmlns:a="http://schemas.openxmlformats.org/drawingml/2006/main" prst="leftArrow">
            <a:avLst>
              <a:gd name="adj1" fmla="val 40951"/>
              <a:gd name="adj2" fmla="val 50000"/>
            </a:avLst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13" name="文本框 2112">
            <a:extLst xmlns:a="http://schemas.openxmlformats.org/drawingml/2006/main">
              <a:ext uri="{FF2B5EF4-FFF2-40B4-BE49-F238E27FC236}">
                <a16:creationId xmlns:a16="http://schemas.microsoft.com/office/drawing/2014/main" id="{1CF51C83-B6A1-6EAF-DA86-430F3D41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109" y="4364587"/>
            <a:ext cx="84369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400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𝜏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sub>
                  </m:sSub>
                </m:oMath>
              </m:oMathPara>
            </a14:m>
          </a:p>
        </p:txBody>
      </p:sp>
      <p:sp>
        <p:nvSpPr>
          <p:cNvPr id="2118" name="箭头: 圆角右 2117">
            <a:extLst xmlns:a="http://schemas.openxmlformats.org/drawingml/2006/main">
              <a:ext uri="{FF2B5EF4-FFF2-40B4-BE49-F238E27FC236}">
                <a16:creationId xmlns:a16="http://schemas.microsoft.com/office/drawing/2014/main" id="{1A460FB2-746F-4EDC-79EC-1ECA2EF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6988840" y="-5088867"/>
            <a:ext cx="525517" cy="10033202"/>
          </a:xfrm>
          <a:prstGeom xmlns:a="http://schemas.openxmlformats.org/drawingml/2006/main" prst="bentArrow">
            <a:avLst>
              <a:gd name="adj1" fmla="val 49183"/>
              <a:gd name="adj2" fmla="val 50000"/>
              <a:gd name="adj3" fmla="val 37623"/>
              <a:gd name="adj4" fmla="val 28526"/>
            </a:avLst>
          </a:prstGeom>
          <a:solidFill xmlns:a="http://schemas.openxmlformats.org/drawingml/2006/main">
            <a:srgbClr val="FFD9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19" name="箭头: 手杖形 2118">
            <a:extLst xmlns:a="http://schemas.openxmlformats.org/drawingml/2006/main">
              <a:ext uri="{FF2B5EF4-FFF2-40B4-BE49-F238E27FC236}">
                <a16:creationId xmlns:a16="http://schemas.microsoft.com/office/drawing/2014/main" id="{BBDC8D20-BDE7-D1A6-9DAA-74AB045D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66854" y="795879"/>
            <a:ext cx="2861102" cy="593262"/>
          </a:xfrm>
          <a:prstGeom xmlns:a="http://schemas.openxmlformats.org/drawingml/2006/main" prst="uturnArrow">
            <a:avLst>
              <a:gd name="adj1" fmla="val 50000"/>
              <a:gd name="adj2" fmla="val 22003"/>
              <a:gd name="adj3" fmla="val 0"/>
              <a:gd name="adj4" fmla="val 68800"/>
              <a:gd name="adj5" fmla="val 100000"/>
            </a:avLst>
          </a:prstGeom>
          <a:solidFill xmlns:a="http://schemas.openxmlformats.org/drawingml/2006/main">
            <a:srgbClr val="FFD9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20" name="文本框 2119">
            <a:extLst xmlns:a="http://schemas.openxmlformats.org/drawingml/2006/main">
              <a:ext uri="{FF2B5EF4-FFF2-40B4-BE49-F238E27FC236}">
                <a16:creationId xmlns:a16="http://schemas.microsoft.com/office/drawing/2014/main" id="{F6C870A2-E76E-16FC-7035-7D6AF9C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𝒐</m:t>
                      </m:r>
                    </m:e>
                    <m:sub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  <m:sup>
                      <m:r>
                        <a:rPr xmlns:a="http://schemas.openxmlformats.org/drawingml/2006/main" lang="en-US" sz="1400" b="0" i="0">
                          <a:latin typeface="Cambria Math"/>
                          <a:ea typeface="Cambria Math"/>
                          <a:cs typeface="Cambria Math"/>
                        </a:rPr>
                        <m:t>priv</m:t>
                      </m:r>
                    </m:sup>
                  </m:sSubSup>
                  <m:r>
                    <a:rPr xmlns:a="http://schemas.openxmlformats.org/drawingml/2006/main" lang="en-US" sz="1400" b="1" i="1">
                      <a:latin typeface="Cambria Math"/>
                      <a:ea typeface="Cambria Math"/>
                      <a:cs typeface="Cambria Math"/>
                    </a:rPr>
                    <m:t>=[</m:t>
                  </m:r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400" b="0" i="1">
                      <a:latin typeface="Cambria Math"/>
                      <a:ea typeface="Cambria Math"/>
                      <a:cs typeface="Cambria Math"/>
                    </a:rPr>
                    <m:t xml:space="preserve">, </m:t>
                  </m:r>
                  <m:sSub>
                    <m:e>
                      <m:r>
                        <a:rPr xmlns:a="http://schemas.openxmlformats.org/drawingml/2006/main" lang="en-US" sz="1400" i="1">
                          <a:latin typeface="Cambria Math"/>
                          <a:ea typeface="Cambria Math"/>
                          <a:cs typeface="Cambria Math"/>
                        </a:rPr>
                        <m:t>𝐽</m:t>
                      </m:r>
                    </m:e>
                    <m:sub>
                      <m:r>
                        <a:rPr xmlns:a="http://schemas.openxmlformats.org/drawingml/2006/main" lang="en-US" sz="1400" i="1"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sub>
                  </m:sSub>
                  <m:r>
                    <a:rPr xmlns:a="http://schemas.openxmlformats.org/drawingml/2006/main" lang="en-US" sz="1400" b="0" i="1">
                      <a:latin typeface="Cambria Math"/>
                      <a:ea typeface="Cambria Math"/>
                      <a:cs typeface="Cambria Math"/>
                    </a:rPr>
                    <m:t xml:space="preserve">, </m:t>
                  </m:r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𝑬</m:t>
                      </m:r>
                    </m:e>
                    <m:sub>
                      <m:r>
                        <a:rPr xmlns:a="http://schemas.openxmlformats.org/drawingml/2006/main" lang="en-US" sz="1400" b="0" i="0">
                          <a:latin typeface="Cambria Math"/>
                          <a:ea typeface="Cambria Math"/>
                          <a:cs typeface="Cambria Math"/>
                        </a:rPr>
                        <m:t>imp</m:t>
                      </m:r>
                    </m:sub>
                  </m:sSub>
                  <m:r>
                    <a:rPr xmlns:a="http://schemas.openxmlformats.org/drawingml/2006/main" lang="en-US" sz="1400" b="0" i="0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1400" b="1" i="1">
                      <a:latin typeface="Cambria Math"/>
                      <a:ea typeface="Cambria Math"/>
                      <a:cs typeface="Cambria Math"/>
                    </a:rPr>
                    <m:t>]</m:t>
                  </m:r>
                </m:oMath>
              </m:oMathPara>
            </a14:m>
          </a:p>
        </p:txBody>
      </p:sp>
      <p:sp>
        <p:nvSpPr>
          <p:cNvPr id="2121" name="文本框 2120">
            <a:extLst xmlns:a="http://schemas.openxmlformats.org/drawingml/2006/main">
              <a:ext uri="{FF2B5EF4-FFF2-40B4-BE49-F238E27FC236}">
                <a16:creationId xmlns:a16="http://schemas.microsoft.com/office/drawing/2014/main" id="{9A9262D0-C742-C10B-C229-C7353BBB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0955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defRPr sz="750" b="1"/>
            </a:pPr>
            <a:r>
              <a:rPr sz="750" b="1"/>
              <a:t>Privileged observations</a:t>
            </a:r>
          </a:p>
        </p:txBody>
      </p:sp>
      <p:pic>
        <p:nvPicPr>
          <p:cNvPr id="2735" name="图片 21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e94bc19604c90"/>
          <a:srcRect xmlns:a="http://schemas.openxmlformats.org/drawingml/2006/main" l="17458" t="1503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0660" y="3475969"/>
            <a:ext cx="1009499" cy="978897"/>
          </a:xfrm>
          <a:prstGeom xmlns:a="http://schemas.openxmlformats.org/drawingml/2006/main" prst="rect">
            <a:avLst/>
          </a:prstGeom>
        </p:spPr>
      </p:pic>
      <p:pic>
        <p:nvPicPr>
          <p:cNvPr id="2736" name="图片 2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d084c5e524ae9"/>
          <a:srcRect xmlns:a="http://schemas.openxmlformats.org/drawingml/2006/main" l="0" t="0" r="1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5513" y="1828149"/>
            <a:ext cx="1060450" cy="1255413"/>
          </a:xfrm>
          <a:prstGeom xmlns:a="http://schemas.openxmlformats.org/drawingml/2006/main" prst="rect">
            <a:avLst/>
          </a:prstGeom>
        </p:spPr>
      </p:pic>
      <p:sp>
        <p:nvSpPr>
          <p:cNvPr id="2124" name="矩形: 圆角 2123">
            <a:extLst xmlns:a="http://schemas.openxmlformats.org/drawingml/2006/main">
              <a:ext uri="{FF2B5EF4-FFF2-40B4-BE49-F238E27FC236}">
                <a16:creationId xmlns:a16="http://schemas.microsoft.com/office/drawing/2014/main" id="{3B2515FC-30C1-8F44-EA8C-906F90AF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17" y="515501"/>
            <a:ext cx="2228227" cy="1068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B6D2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443D42F-8382-B5B4-689A-27EDFEC8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3855544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C6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B69F4879-0895-1052-EF02-7B52AEA1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4076671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1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C772C1A-50E8-EDD8-D675-37AD021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4297799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19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E2BD5A79-5653-A8ED-5B23-CBEC9D7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4518926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F112C088-156E-30C3-5C3A-61771D26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3634417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67D50F4-21E8-9A5D-9318-7C6CC049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4740053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6B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FFEA55D7-685E-A19A-81A8-7EAA4CC7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199" y="4961177"/>
            <a:ext cx="258622" cy="2321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4" name="文本框 2053">
            <a:extLst xmlns:a="http://schemas.openxmlformats.org/drawingml/2006/main">
              <a:ext uri="{FF2B5EF4-FFF2-40B4-BE49-F238E27FC236}">
                <a16:creationId xmlns:a16="http://schemas.microsoft.com/office/drawing/2014/main" id="{B57B7013-4673-43E9-349F-2173E64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16" y="3258548"/>
            <a:ext cx="35761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1400" b="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149" name="文本框 148">
            <a:extLst xmlns:a="http://schemas.openxmlformats.org/drawingml/2006/main">
              <a:ext uri="{FF2B5EF4-FFF2-40B4-BE49-F238E27FC236}">
                <a16:creationId xmlns:a16="http://schemas.microsoft.com/office/drawing/2014/main" id="{5C1C94BB-0D6B-C5B1-4C34-C6758170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85" y="4342032"/>
            <a:ext cx="41241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zh-CN" sz="1400" b="1" i="1">
                          <a:latin typeface="Cambria Math"/>
                          <a:ea typeface="Cambria Math"/>
                          <a:cs typeface="Cambria Math"/>
                        </a:rPr>
                        <m:t>𝓗</m:t>
                      </m:r>
                    </m:e>
                    <m:sub>
                      <m:r>
                        <a:rPr xmlns:a="http://schemas.openxmlformats.org/drawingml/2006/main" lang="en-US" sz="1400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136" name="矩形: 圆角 135">
            <a:extLst xmlns:a="http://schemas.openxmlformats.org/drawingml/2006/main">
              <a:ext uri="{FF2B5EF4-FFF2-40B4-BE49-F238E27FC236}">
                <a16:creationId xmlns:a16="http://schemas.microsoft.com/office/drawing/2014/main" id="{773864FE-1B09-94DC-7D16-CF327FA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51" y="2288557"/>
            <a:ext cx="6887465" cy="480818"/>
          </a:xfrm>
          <a:prstGeom xmlns:a="http://schemas.openxmlformats.org/drawingml/2006/main" prst="roundRect">
            <a:avLst>
              <a:gd name="adj" fmla="val 17893"/>
            </a:avLst>
          </a:prstGeom>
          <a:solidFill xmlns:a="http://schemas.openxmlformats.org/drawingml/2006/main">
            <a:srgbClr val="F0F8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1AD49A96-99BC-9A0B-EC37-E466B13A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524" y="2510249"/>
            <a:ext cx="209544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4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050" b="1"/>
            </a:pPr>
            <a:r>
              <a:rPr sz="1050" b="1"/>
              <a:t>Teacher rollouts + DAgger</a:t>
            </a:r>
          </a:p>
        </p:txBody>
      </p:sp>
      <p:sp>
        <p:nvSpPr>
          <p:cNvPr id="146" name="文本框 145">
            <a:extLst xmlns:a="http://schemas.openxmlformats.org/drawingml/2006/main">
              <a:ext uri="{FF2B5EF4-FFF2-40B4-BE49-F238E27FC236}">
                <a16:creationId xmlns:a16="http://schemas.microsoft.com/office/drawing/2014/main" id="{6592A98B-0BBE-B74C-DA9C-47B444E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365" y="2321221"/>
            <a:ext cx="2119732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/>
            </a:pPr>
            <a:r>
              <a:rPr sz="900"/>
              <a:t>1,200 offline episodes</a:t>
            </a:r>
          </a:p>
          <a:p xmlns:a="http://schemas.openxmlformats.org/drawingml/2006/main">
            <a:pPr>
              <a:buNone/>
              <a:defRPr sz="900"/>
            </a:pPr>
            <a:r>
              <a:rPr sz="900"/>
              <a:t>4 DAgger rounds × 240 episodes</a:t>
            </a:r>
          </a:p>
        </p:txBody>
      </p:sp>
      <p:sp>
        <p:nvSpPr>
          <p:cNvPr id="134" name="文本框 133">
            <a:extLst xmlns:a="http://schemas.openxmlformats.org/drawingml/2006/main">
              <a:ext uri="{FF2B5EF4-FFF2-40B4-BE49-F238E27FC236}">
                <a16:creationId xmlns:a16="http://schemas.microsoft.com/office/drawing/2014/main" id="{5E5C9EBD-C7CC-3CC0-EFA9-04F9A09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57" y="2264599"/>
            <a:ext cx="9605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275" b="1"/>
            </a:pPr>
            <a:r>
              <a:rPr sz="1275" b="1"/>
              <a:t>Dataset</a:t>
            </a:r>
          </a:p>
        </p:txBody>
      </p:sp>
      <p:sp>
        <p:nvSpPr>
          <p:cNvPr id="111" name="文本框 110">
            <a:extLst xmlns:a="http://schemas.openxmlformats.org/drawingml/2006/main">
              <a:ext uri="{FF2B5EF4-FFF2-40B4-BE49-F238E27FC236}">
                <a16:creationId xmlns:a16="http://schemas.microsoft.com/office/drawing/2014/main" id="{71329D0B-5AE0-9E99-8475-42E8D31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7097" y="2421198"/>
            <a:ext cx="1564023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/>
            </a:pPr>
            <a:r>
              <a:rPr sz="900"/>
              <a:t>H_t = [x_t, ..., x_{t-99}]</a:t>
            </a:r>
          </a:p>
        </p:txBody>
      </p:sp>
      <p:cxnSp>
        <p:nvCxnSpPr>
          <p:cNvPr id="2752" name="连接符: 肘形 167"/>
          <p:cNvCxnSpPr>
            <a:endCxn xmlns:a="http://schemas.openxmlformats.org/drawingml/2006/main" id="2054" idx="1"/>
          </p:cNvCxnSpPr>
          <p:nvPr/>
        </p:nvCxnSpPr>
        <p:spPr>
          <a:xfrm xmlns:a="http://schemas.openxmlformats.org/drawingml/2006/main" rot="5400000" flipH="1" flipV="1">
            <a:off x="763609" y="3503961"/>
            <a:ext cx="342530" cy="159483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矩形: 圆角 181">
            <a:extLst xmlns:a="http://schemas.openxmlformats.org/drawingml/2006/main">
              <a:ext uri="{FF2B5EF4-FFF2-40B4-BE49-F238E27FC236}">
                <a16:creationId xmlns:a16="http://schemas.microsoft.com/office/drawing/2014/main" id="{171916A1-E912-F0BC-6EDC-57698ED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433" y="3256071"/>
            <a:ext cx="1392767" cy="929146"/>
          </a:xfrm>
          <a:prstGeom xmlns:a="http://schemas.openxmlformats.org/drawingml/2006/main" prst="roundRect">
            <a:avLst>
              <a:gd name="adj" fmla="val 7616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48" name="矩形 2047">
            <a:extLst xmlns:a="http://schemas.openxmlformats.org/drawingml/2006/main">
              <a:ext uri="{FF2B5EF4-FFF2-40B4-BE49-F238E27FC236}">
                <a16:creationId xmlns:a16="http://schemas.microsoft.com/office/drawing/2014/main" id="{58849CFF-75B6-6745-C17D-A75FB8DF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1705" y="3396303"/>
            <a:ext cx="107999" cy="600379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49" name="矩形 2048">
            <a:extLst xmlns:a="http://schemas.openxmlformats.org/drawingml/2006/main">
              <a:ext uri="{FF2B5EF4-FFF2-40B4-BE49-F238E27FC236}">
                <a16:creationId xmlns:a16="http://schemas.microsoft.com/office/drawing/2014/main" id="{CDA15358-17BA-6743-29D0-3CFEAA8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3239" y="3897954"/>
            <a:ext cx="107999" cy="98728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0" name="矩形 2049">
            <a:extLst xmlns:a="http://schemas.openxmlformats.org/drawingml/2006/main">
              <a:ext uri="{FF2B5EF4-FFF2-40B4-BE49-F238E27FC236}">
                <a16:creationId xmlns:a16="http://schemas.microsoft.com/office/drawing/2014/main" id="{C305A6E9-10BB-DEA4-7DC1-82C2A83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4780" y="3897954"/>
            <a:ext cx="107999" cy="98728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1" name="矩形 2050">
            <a:extLst xmlns:a="http://schemas.openxmlformats.org/drawingml/2006/main">
              <a:ext uri="{FF2B5EF4-FFF2-40B4-BE49-F238E27FC236}">
                <a16:creationId xmlns:a16="http://schemas.microsoft.com/office/drawing/2014/main" id="{15BBB844-B6AB-B31B-BCE4-53AD99A4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20" y="3915906"/>
            <a:ext cx="107999" cy="80776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2" name="矩形 2051">
            <a:extLst xmlns:a="http://schemas.openxmlformats.org/drawingml/2006/main">
              <a:ext uri="{FF2B5EF4-FFF2-40B4-BE49-F238E27FC236}">
                <a16:creationId xmlns:a16="http://schemas.microsoft.com/office/drawing/2014/main" id="{9F855C90-2C06-334E-17AD-EE3A393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860" y="3931188"/>
            <a:ext cx="107999" cy="65494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3" name="矩形 2052">
            <a:extLst xmlns:a="http://schemas.openxmlformats.org/drawingml/2006/main">
              <a:ext uri="{FF2B5EF4-FFF2-40B4-BE49-F238E27FC236}">
                <a16:creationId xmlns:a16="http://schemas.microsoft.com/office/drawing/2014/main" id="{81468078-7FD0-1C98-DB81-4A57E6D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9400" y="3887757"/>
            <a:ext cx="107999" cy="108925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5" name="矩形 2054">
            <a:extLst xmlns:a="http://schemas.openxmlformats.org/drawingml/2006/main">
              <a:ext uri="{FF2B5EF4-FFF2-40B4-BE49-F238E27FC236}">
                <a16:creationId xmlns:a16="http://schemas.microsoft.com/office/drawing/2014/main" id="{78E773B0-F1A6-799E-8570-9723175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940" y="3931188"/>
            <a:ext cx="107999" cy="65494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6" name="矩形 2055">
            <a:extLst xmlns:a="http://schemas.openxmlformats.org/drawingml/2006/main">
              <a:ext uri="{FF2B5EF4-FFF2-40B4-BE49-F238E27FC236}">
                <a16:creationId xmlns:a16="http://schemas.microsoft.com/office/drawing/2014/main" id="{DAE66504-5549-5F5C-C4D9-6A6317B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480" y="3923269"/>
            <a:ext cx="107999" cy="73413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7" name="矩形 2056">
            <a:extLst xmlns:a="http://schemas.openxmlformats.org/drawingml/2006/main">
              <a:ext uri="{FF2B5EF4-FFF2-40B4-BE49-F238E27FC236}">
                <a16:creationId xmlns:a16="http://schemas.microsoft.com/office/drawing/2014/main" id="{451FF67E-FA3B-D289-DED6-0FBC2B0C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4020" y="3918812"/>
            <a:ext cx="107999" cy="77870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59" name="矩形 2058">
            <a:extLst xmlns:a="http://schemas.openxmlformats.org/drawingml/2006/main">
              <a:ext uri="{FF2B5EF4-FFF2-40B4-BE49-F238E27FC236}">
                <a16:creationId xmlns:a16="http://schemas.microsoft.com/office/drawing/2014/main" id="{36442CAB-CACD-5389-BE0B-2B9B355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5560" y="3897954"/>
            <a:ext cx="107999" cy="98728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63" name="矩形 2062">
            <a:extLst xmlns:a="http://schemas.openxmlformats.org/drawingml/2006/main">
              <a:ext uri="{FF2B5EF4-FFF2-40B4-BE49-F238E27FC236}">
                <a16:creationId xmlns:a16="http://schemas.microsoft.com/office/drawing/2014/main" id="{D13171AD-8B59-D65E-AC73-2AAD3E4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7097" y="3913627"/>
            <a:ext cx="107999" cy="83055"/>
          </a:xfrm>
          <a:prstGeom xmlns:a="http://schemas.openxmlformats.org/drawingml/2006/main" prst="rect">
            <a:avLst/>
          </a:prstGeom>
          <a:grp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68" name="流程图: 汇总连接 2067">
            <a:extLst xmlns:a="http://schemas.openxmlformats.org/drawingml/2006/main">
              <a:ext uri="{FF2B5EF4-FFF2-40B4-BE49-F238E27FC236}">
                <a16:creationId xmlns:a16="http://schemas.microsoft.com/office/drawing/2014/main" id="{7314F872-3EBB-A20C-2E77-A964E2C2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84" y="3624712"/>
            <a:ext cx="196849" cy="199681"/>
          </a:xfrm>
          <a:prstGeom xmlns:a="http://schemas.openxmlformats.org/drawingml/2006/main" prst="flowChartSummingJunction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66" name="直接箭头连接符 2073"/>
          <p:cNvCxnSpPr>
            <a:stCxn xmlns:a="http://schemas.openxmlformats.org/drawingml/2006/main" id="158" idx="3"/>
            <a:endCxn xmlns:a="http://schemas.openxmlformats.org/drawingml/2006/main" id="2068" idx="1"/>
          </p:cNvCxnSpPr>
          <p:nvPr/>
        </p:nvCxnSpPr>
        <p:spPr>
          <a:xfrm xmlns:a="http://schemas.openxmlformats.org/drawingml/2006/main">
            <a:off x="1975646" y="3411537"/>
            <a:ext cx="213566" cy="24241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67" name="直接箭头连接符 2076"/>
          <p:cNvCxnSpPr>
            <a:stCxn xmlns:a="http://schemas.openxmlformats.org/drawingml/2006/main" id="159" idx="3"/>
            <a:endCxn xmlns:a="http://schemas.openxmlformats.org/drawingml/2006/main" id="2068" idx="3"/>
          </p:cNvCxnSpPr>
          <p:nvPr/>
        </p:nvCxnSpPr>
        <p:spPr>
          <a:xfrm xmlns:a="http://schemas.openxmlformats.org/drawingml/2006/main" flipV="1">
            <a:off x="1975646" y="3795150"/>
            <a:ext cx="213566" cy="2463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68" name="直接箭头连接符 2082"/>
          <p:cNvCxnSpPr>
            <a:stCxn xmlns:a="http://schemas.openxmlformats.org/drawingml/2006/main" id="2068" idx="6"/>
            <a:endCxn xmlns:a="http://schemas.openxmlformats.org/drawingml/2006/main" id="2095" idx="1"/>
          </p:cNvCxnSpPr>
          <p:nvPr/>
        </p:nvCxnSpPr>
        <p:spPr>
          <a:xfrm xmlns:a="http://schemas.openxmlformats.org/drawingml/2006/main" flipV="1">
            <a:off x="2357233" y="3723259"/>
            <a:ext cx="183505" cy="129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95" name="矩形: 圆角 2094">
            <a:extLst xmlns:a="http://schemas.openxmlformats.org/drawingml/2006/main">
              <a:ext uri="{FF2B5EF4-FFF2-40B4-BE49-F238E27FC236}">
                <a16:creationId xmlns:a16="http://schemas.microsoft.com/office/drawing/2014/main" id="{9A04E3A5-0A29-C8D4-CAF0-03D71B2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38" y="3588877"/>
            <a:ext cx="763185" cy="26876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/>
            </a:pPr>
            <a:r>
              <a:rPr sz="825">
                <a:solidFill>
                  <a:schemeClr val="tx1"/>
                </a:solidFill>
                <a:latin typeface="Arial"/>
                <a:ea typeface="Arial"/>
                <a:cs typeface="Arial"/>
              </a:rPr>
              <a:t>Cross-attn</a:t>
            </a:r>
          </a:p>
        </p:txBody>
      </p:sp>
      <p:cxnSp>
        <p:nvCxnSpPr>
          <p:cNvPr id="2770" name="直接箭头连接符 2098"/>
          <p:cNvCxnSpPr>
            <a:stCxn xmlns:a="http://schemas.openxmlformats.org/drawingml/2006/main" id="2095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 flipV="1">
            <a:off x="3303923" y="3720644"/>
            <a:ext cx="205510" cy="261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03" name="流程图: 汇总连接 2102">
            <a:extLst xmlns:a="http://schemas.openxmlformats.org/drawingml/2006/main">
              <a:ext uri="{FF2B5EF4-FFF2-40B4-BE49-F238E27FC236}">
                <a16:creationId xmlns:a16="http://schemas.microsoft.com/office/drawing/2014/main" id="{FA5F0B2F-9AEF-FEA8-770D-1883DA5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358" y="3883372"/>
            <a:ext cx="196849" cy="199681"/>
          </a:xfrm>
          <a:prstGeom xmlns:a="http://schemas.openxmlformats.org/drawingml/2006/main" prst="flowChartSummingJunction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772" name="连接符: 肘形 2111"/>
          <p:cNvCxnSpPr>
            <a:stCxn xmlns:a="http://schemas.openxmlformats.org/drawingml/2006/main" id="160" idx="3"/>
            <a:endCxn xmlns:a="http://schemas.openxmlformats.org/drawingml/2006/main" id="2103" idx="4"/>
          </p:cNvCxnSpPr>
          <p:nvPr/>
        </p:nvCxnSpPr>
        <p:spPr>
          <a:xfrm xmlns:a="http://schemas.openxmlformats.org/drawingml/2006/main" flipV="1">
            <a:off x="3158423" y="4083053"/>
            <a:ext cx="2025360" cy="329725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73" name="连接符: 肘形 2129"/>
          <p:cNvCxnSpPr>
            <a:stCxn xmlns:a="http://schemas.openxmlformats.org/drawingml/2006/main" id="2104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 rot="16200000" flipH="1">
            <a:off x="5267497" y="3857357"/>
            <a:ext cx="1208124" cy="188446"/>
          </a:xfrm>
          <a:prstGeom xmlns:a="http://schemas.openxmlformats.org/drawingml/2006/main" prst="bentConnector2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41" name="文本框 2140">
            <a:extLst xmlns:a="http://schemas.openxmlformats.org/drawingml/2006/main">
              <a:ext uri="{FF2B5EF4-FFF2-40B4-BE49-F238E27FC236}">
                <a16:creationId xmlns:a16="http://schemas.microsoft.com/office/drawing/2014/main" id="{EA8E2F3B-797B-95FE-AE8D-0469F567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92" y="3266091"/>
            <a:ext cx="114701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defRPr sz="825"/>
            </a:pPr>
            <a:r>
              <a:rPr sz="825"/>
              <a:t>Bounded heads</a:t>
            </a:r>
          </a:p>
        </p:txBody>
      </p:sp>
      <p:sp>
        <p:nvSpPr>
          <p:cNvPr id="2144" name="文本框 2143">
            <a:extLst xmlns:a="http://schemas.openxmlformats.org/drawingml/2006/main">
              <a:ext uri="{FF2B5EF4-FFF2-40B4-BE49-F238E27FC236}">
                <a16:creationId xmlns:a16="http://schemas.microsoft.com/office/drawing/2014/main" id="{185D80EF-B0E6-814E-34A7-F6EEB2F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68" y="3214492"/>
            <a:ext cx="37202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25"/>
            </a:pPr>
            <a:r>
              <a:rPr sz="825"/>
              <a:t>J_s, J_l</a:t>
            </a:r>
          </a:p>
        </p:txBody>
      </p:sp>
      <p:sp>
        <p:nvSpPr>
          <p:cNvPr id="2147" name="文本框 2146">
            <a:extLst xmlns:a="http://schemas.openxmlformats.org/drawingml/2006/main">
              <a:ext uri="{FF2B5EF4-FFF2-40B4-BE49-F238E27FC236}">
                <a16:creationId xmlns:a16="http://schemas.microsoft.com/office/drawing/2014/main" id="{266570D1-3676-E780-A038-CC21C92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220" y="3948640"/>
            <a:ext cx="7174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675"/>
            </a:pPr>
            <a:r>
              <a:rPr sz="675"/>
              <a:t>J in [Jmin,Jmax]</a:t>
            </a:r>
          </a:p>
        </p:txBody>
      </p:sp>
      <p:sp>
        <p:nvSpPr>
          <p:cNvPr id="2148" name="文本框 2147">
            <a:extLst xmlns:a="http://schemas.openxmlformats.org/drawingml/2006/main">
              <a:ext uri="{FF2B5EF4-FFF2-40B4-BE49-F238E27FC236}">
                <a16:creationId xmlns:a16="http://schemas.microsoft.com/office/drawing/2014/main" id="{41DC1BBB-7BF7-4D04-93B3-D019239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63" y="4752268"/>
            <a:ext cx="1037607" cy="279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975"/>
            </a:pPr>
            <a:r>
              <a:rPr sz="975" b="0"/>
              <a:t>Slow: TCN</a:t>
            </a:r>
          </a:p>
        </p:txBody>
      </p:sp>
      <p:cxnSp>
        <p:nvCxnSpPr>
          <p:cNvPr id="2778" name="直接箭头连接符 2091"/>
          <p:cNvCxnSpPr>
            <a:stCxn xmlns:a="http://schemas.openxmlformats.org/drawingml/2006/main" id="2150" idx="0"/>
            <a:endCxn xmlns:a="http://schemas.openxmlformats.org/drawingml/2006/main" id="2194" idx="3"/>
          </p:cNvCxnSpPr>
          <p:nvPr/>
        </p:nvCxnSpPr>
        <p:spPr>
          <a:xfrm xmlns:a="http://schemas.openxmlformats.org/drawingml/2006/main" rot="0" flipV="1">
            <a:off x="1680550" y="5816732"/>
            <a:ext cx="277941" cy="269484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50" name="流程图: 接点 2149">
            <a:extLst xmlns:a="http://schemas.openxmlformats.org/drawingml/2006/main">
              <a:ext uri="{FF2B5EF4-FFF2-40B4-BE49-F238E27FC236}">
                <a16:creationId xmlns:a16="http://schemas.microsoft.com/office/drawing/2014/main" id="{B6786BAB-1BC9-1411-AC76-FA6F280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392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1" name="流程图: 接点 2150">
            <a:extLst xmlns:a="http://schemas.openxmlformats.org/drawingml/2006/main">
              <a:ext uri="{FF2B5EF4-FFF2-40B4-BE49-F238E27FC236}">
                <a16:creationId xmlns:a16="http://schemas.microsoft.com/office/drawing/2014/main" id="{3D0B2BBC-5958-DEC0-DE6E-F984E46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166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2" name="流程图: 接点 2151">
            <a:extLst xmlns:a="http://schemas.openxmlformats.org/drawingml/2006/main">
              <a:ext uri="{FF2B5EF4-FFF2-40B4-BE49-F238E27FC236}">
                <a16:creationId xmlns:a16="http://schemas.microsoft.com/office/drawing/2014/main" id="{A2D56A6C-82A9-86AB-3CE6-FE75069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5197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3" name="流程图: 接点 2152">
            <a:extLst xmlns:a="http://schemas.openxmlformats.org/drawingml/2006/main">
              <a:ext uri="{FF2B5EF4-FFF2-40B4-BE49-F238E27FC236}">
                <a16:creationId xmlns:a16="http://schemas.microsoft.com/office/drawing/2014/main" id="{07EEBD2A-AF15-2CC5-F5F4-DD86B53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229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4" name="流程图: 接点 2153">
            <a:extLst xmlns:a="http://schemas.openxmlformats.org/drawingml/2006/main">
              <a:ext uri="{FF2B5EF4-FFF2-40B4-BE49-F238E27FC236}">
                <a16:creationId xmlns:a16="http://schemas.microsoft.com/office/drawing/2014/main" id="{760EAF7F-F856-0341-D4F0-30CD83A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260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5" name="流程图: 接点 2154">
            <a:extLst xmlns:a="http://schemas.openxmlformats.org/drawingml/2006/main">
              <a:ext uri="{FF2B5EF4-FFF2-40B4-BE49-F238E27FC236}">
                <a16:creationId xmlns:a16="http://schemas.microsoft.com/office/drawing/2014/main" id="{5B041F1D-0AD5-7506-AAAE-EA791DB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293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6" name="流程图: 接点 2155">
            <a:extLst xmlns:a="http://schemas.openxmlformats.org/drawingml/2006/main">
              <a:ext uri="{FF2B5EF4-FFF2-40B4-BE49-F238E27FC236}">
                <a16:creationId xmlns:a16="http://schemas.microsoft.com/office/drawing/2014/main" id="{A2E39008-A33C-8A75-0904-6C3592F7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3210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7" name="流程图: 接点 2156">
            <a:extLst xmlns:a="http://schemas.openxmlformats.org/drawingml/2006/main">
              <a:ext uri="{FF2B5EF4-FFF2-40B4-BE49-F238E27FC236}">
                <a16:creationId xmlns:a16="http://schemas.microsoft.com/office/drawing/2014/main" id="{4F20BD11-8109-FEE3-8039-208DF29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241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8" name="流程图: 接点 2157">
            <a:extLst xmlns:a="http://schemas.openxmlformats.org/drawingml/2006/main">
              <a:ext uri="{FF2B5EF4-FFF2-40B4-BE49-F238E27FC236}">
                <a16:creationId xmlns:a16="http://schemas.microsoft.com/office/drawing/2014/main" id="{BF56DD2D-52DC-484B-9382-E6726E4D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272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59" name="流程图: 接点 2158">
            <a:extLst xmlns:a="http://schemas.openxmlformats.org/drawingml/2006/main">
              <a:ext uri="{FF2B5EF4-FFF2-40B4-BE49-F238E27FC236}">
                <a16:creationId xmlns:a16="http://schemas.microsoft.com/office/drawing/2014/main" id="{FA372CC1-727E-1CCD-FF99-703E2A9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5304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0" name="流程图: 接点 2159">
            <a:extLst xmlns:a="http://schemas.openxmlformats.org/drawingml/2006/main">
              <a:ext uri="{FF2B5EF4-FFF2-40B4-BE49-F238E27FC236}">
                <a16:creationId xmlns:a16="http://schemas.microsoft.com/office/drawing/2014/main" id="{0B75118A-03A7-18B3-9EC8-DC672CF4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335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1" name="流程图: 接点 2160">
            <a:extLst xmlns:a="http://schemas.openxmlformats.org/drawingml/2006/main">
              <a:ext uri="{FF2B5EF4-FFF2-40B4-BE49-F238E27FC236}">
                <a16:creationId xmlns:a16="http://schemas.microsoft.com/office/drawing/2014/main" id="{AFE250F4-2EAC-632C-0072-54B06D6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111" y="6086216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5" name="流程图: 接点 2164">
            <a:extLst xmlns:a="http://schemas.openxmlformats.org/drawingml/2006/main">
              <a:ext uri="{FF2B5EF4-FFF2-40B4-BE49-F238E27FC236}">
                <a16:creationId xmlns:a16="http://schemas.microsoft.com/office/drawing/2014/main" id="{0A343A0A-4341-C4D7-7CF7-AD48D4CC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229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6" name="流程图: 接点 2165">
            <a:extLst xmlns:a="http://schemas.openxmlformats.org/drawingml/2006/main">
              <a:ext uri="{FF2B5EF4-FFF2-40B4-BE49-F238E27FC236}">
                <a16:creationId xmlns:a16="http://schemas.microsoft.com/office/drawing/2014/main" id="{4F5F80EC-05FB-BA33-95C8-AC099F8A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260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7" name="流程图: 接点 2166">
            <a:extLst xmlns:a="http://schemas.openxmlformats.org/drawingml/2006/main">
              <a:ext uri="{FF2B5EF4-FFF2-40B4-BE49-F238E27FC236}">
                <a16:creationId xmlns:a16="http://schemas.microsoft.com/office/drawing/2014/main" id="{FAD2AE46-B165-12AD-6646-197E6DE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293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8" name="流程图: 接点 2167">
            <a:extLst xmlns:a="http://schemas.openxmlformats.org/drawingml/2006/main">
              <a:ext uri="{FF2B5EF4-FFF2-40B4-BE49-F238E27FC236}">
                <a16:creationId xmlns:a16="http://schemas.microsoft.com/office/drawing/2014/main" id="{1AEEADC4-5EEC-77C2-6420-FEA8AC4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3210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9" name="流程图: 接点 2168">
            <a:extLst xmlns:a="http://schemas.openxmlformats.org/drawingml/2006/main">
              <a:ext uri="{FF2B5EF4-FFF2-40B4-BE49-F238E27FC236}">
                <a16:creationId xmlns:a16="http://schemas.microsoft.com/office/drawing/2014/main" id="{65981123-4597-6F82-2F1A-998B788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241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0" name="流程图: 接点 2169">
            <a:extLst xmlns:a="http://schemas.openxmlformats.org/drawingml/2006/main">
              <a:ext uri="{FF2B5EF4-FFF2-40B4-BE49-F238E27FC236}">
                <a16:creationId xmlns:a16="http://schemas.microsoft.com/office/drawing/2014/main" id="{8CF015D3-F4FF-8DF1-5360-6EFAC282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272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1" name="流程图: 接点 2170">
            <a:extLst xmlns:a="http://schemas.openxmlformats.org/drawingml/2006/main">
              <a:ext uri="{FF2B5EF4-FFF2-40B4-BE49-F238E27FC236}">
                <a16:creationId xmlns:a16="http://schemas.microsoft.com/office/drawing/2014/main" id="{37564731-1A3F-4786-34D4-CF01C927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5304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2" name="流程图: 接点 2171">
            <a:extLst xmlns:a="http://schemas.openxmlformats.org/drawingml/2006/main">
              <a:ext uri="{FF2B5EF4-FFF2-40B4-BE49-F238E27FC236}">
                <a16:creationId xmlns:a16="http://schemas.microsoft.com/office/drawing/2014/main" id="{43554CF7-A497-D401-4D06-6F2118A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335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3" name="流程图: 接点 2172">
            <a:extLst xmlns:a="http://schemas.openxmlformats.org/drawingml/2006/main">
              <a:ext uri="{FF2B5EF4-FFF2-40B4-BE49-F238E27FC236}">
                <a16:creationId xmlns:a16="http://schemas.microsoft.com/office/drawing/2014/main" id="{C3B52A29-F1E8-737A-A94E-7FDB825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111" y="5334157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85" name="流程图: 接点 2184">
            <a:extLst xmlns:a="http://schemas.openxmlformats.org/drawingml/2006/main">
              <a:ext uri="{FF2B5EF4-FFF2-40B4-BE49-F238E27FC236}">
                <a16:creationId xmlns:a16="http://schemas.microsoft.com/office/drawing/2014/main" id="{6A5664C0-F803-7D46-8D9B-E2164C0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111" y="4986069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3" name="流程图: 接点 2192">
            <a:extLst xmlns:a="http://schemas.openxmlformats.org/drawingml/2006/main">
              <a:ext uri="{FF2B5EF4-FFF2-40B4-BE49-F238E27FC236}">
                <a16:creationId xmlns:a16="http://schemas.microsoft.com/office/drawing/2014/main" id="{71831756-1CFA-0C00-3C35-2CEEE682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392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4" name="流程图: 接点 2193">
            <a:extLst xmlns:a="http://schemas.openxmlformats.org/drawingml/2006/main">
              <a:ext uri="{FF2B5EF4-FFF2-40B4-BE49-F238E27FC236}">
                <a16:creationId xmlns:a16="http://schemas.microsoft.com/office/drawing/2014/main" id="{B4AFDBB8-05CA-A41F-9E45-EC248530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166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5" name="流程图: 接点 2194">
            <a:extLst xmlns:a="http://schemas.openxmlformats.org/drawingml/2006/main">
              <a:ext uri="{FF2B5EF4-FFF2-40B4-BE49-F238E27FC236}">
                <a16:creationId xmlns:a16="http://schemas.microsoft.com/office/drawing/2014/main" id="{781BB7E7-2307-E3F4-373E-EC2CFC9D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5197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6" name="流程图: 接点 2195">
            <a:extLst xmlns:a="http://schemas.openxmlformats.org/drawingml/2006/main">
              <a:ext uri="{FF2B5EF4-FFF2-40B4-BE49-F238E27FC236}">
                <a16:creationId xmlns:a16="http://schemas.microsoft.com/office/drawing/2014/main" id="{1C20A6F7-6CFE-3FC4-672B-A2AA70A7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229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7" name="流程图: 接点 2196">
            <a:extLst xmlns:a="http://schemas.openxmlformats.org/drawingml/2006/main">
              <a:ext uri="{FF2B5EF4-FFF2-40B4-BE49-F238E27FC236}">
                <a16:creationId xmlns:a16="http://schemas.microsoft.com/office/drawing/2014/main" id="{66D3C661-9A4A-824A-8372-BED4368E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3260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8" name="流程图: 接点 2197">
            <a:extLst xmlns:a="http://schemas.openxmlformats.org/drawingml/2006/main">
              <a:ext uri="{FF2B5EF4-FFF2-40B4-BE49-F238E27FC236}">
                <a16:creationId xmlns:a16="http://schemas.microsoft.com/office/drawing/2014/main" id="{47981657-E1A9-D46E-4664-03CA09B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293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99" name="流程图: 接点 2198">
            <a:extLst xmlns:a="http://schemas.openxmlformats.org/drawingml/2006/main">
              <a:ext uri="{FF2B5EF4-FFF2-40B4-BE49-F238E27FC236}">
                <a16:creationId xmlns:a16="http://schemas.microsoft.com/office/drawing/2014/main" id="{B16E2677-58A7-3FC9-A1C8-4CF8BC53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3210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0" name="流程图: 接点 2199">
            <a:extLst xmlns:a="http://schemas.openxmlformats.org/drawingml/2006/main">
              <a:ext uri="{FF2B5EF4-FFF2-40B4-BE49-F238E27FC236}">
                <a16:creationId xmlns:a16="http://schemas.microsoft.com/office/drawing/2014/main" id="{7661C615-3E99-3359-C743-2187EC6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241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1" name="流程图: 接点 2200">
            <a:extLst xmlns:a="http://schemas.openxmlformats.org/drawingml/2006/main">
              <a:ext uri="{FF2B5EF4-FFF2-40B4-BE49-F238E27FC236}">
                <a16:creationId xmlns:a16="http://schemas.microsoft.com/office/drawing/2014/main" id="{354C6601-6A44-2605-A285-39DBBDB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272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2" name="流程图: 接点 2201">
            <a:extLst xmlns:a="http://schemas.openxmlformats.org/drawingml/2006/main">
              <a:ext uri="{FF2B5EF4-FFF2-40B4-BE49-F238E27FC236}">
                <a16:creationId xmlns:a16="http://schemas.microsoft.com/office/drawing/2014/main" id="{C0F68C32-FFA6-8715-0694-56DF956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5304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3" name="流程图: 接点 2202">
            <a:extLst xmlns:a="http://schemas.openxmlformats.org/drawingml/2006/main">
              <a:ext uri="{FF2B5EF4-FFF2-40B4-BE49-F238E27FC236}">
                <a16:creationId xmlns:a16="http://schemas.microsoft.com/office/drawing/2014/main" id="{B6D5E0F9-8576-C3B9-05FB-29CFC73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335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04" name="流程图: 接点 2203">
            <a:extLst xmlns:a="http://schemas.openxmlformats.org/drawingml/2006/main">
              <a:ext uri="{FF2B5EF4-FFF2-40B4-BE49-F238E27FC236}">
                <a16:creationId xmlns:a16="http://schemas.microsoft.com/office/drawing/2014/main" id="{56369003-2B9B-34FD-898E-D053B28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111" y="5712195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813" name="直接箭头连接符 2205"/>
          <p:cNvCxnSpPr>
            <a:stCxn xmlns:a="http://schemas.openxmlformats.org/drawingml/2006/main" id="2161" idx="0"/>
            <a:endCxn xmlns:a="http://schemas.openxmlformats.org/drawingml/2006/main" id="2204" idx="4"/>
          </p:cNvCxnSpPr>
          <p:nvPr/>
        </p:nvCxnSpPr>
        <p:spPr>
          <a:xfrm xmlns:a="http://schemas.openxmlformats.org/drawingml/2006/main" rot="0" flipV="1">
            <a:off x="5128270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4" name="直接箭头连接符 2208"/>
          <p:cNvCxnSpPr>
            <a:stCxn xmlns:a="http://schemas.openxmlformats.org/drawingml/2006/main" id="2204" idx="0"/>
            <a:endCxn xmlns:a="http://schemas.openxmlformats.org/drawingml/2006/main" id="2173" idx="4"/>
          </p:cNvCxnSpPr>
          <p:nvPr/>
        </p:nvCxnSpPr>
        <p:spPr>
          <a:xfrm xmlns:a="http://schemas.openxmlformats.org/drawingml/2006/main" rot="0" flipV="1">
            <a:off x="5128270" y="5456630"/>
            <a:ext cx="0" cy="2555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5" name="直接箭头连接符 2211"/>
          <p:cNvCxnSpPr>
            <a:stCxn xmlns:a="http://schemas.openxmlformats.org/drawingml/2006/main" id="2173" idx="0"/>
            <a:endCxn xmlns:a="http://schemas.openxmlformats.org/drawingml/2006/main" id="2185" idx="4"/>
          </p:cNvCxnSpPr>
          <p:nvPr/>
        </p:nvCxnSpPr>
        <p:spPr>
          <a:xfrm xmlns:a="http://schemas.openxmlformats.org/drawingml/2006/main" rot="0" flipV="1">
            <a:off x="5128270" y="5108542"/>
            <a:ext cx="0" cy="22561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6" name="直接箭头连接符 2222"/>
          <p:cNvCxnSpPr>
            <a:stCxn xmlns:a="http://schemas.openxmlformats.org/drawingml/2006/main" id="2169" idx="7"/>
            <a:endCxn xmlns:a="http://schemas.openxmlformats.org/drawingml/2006/main" id="2185" idx="3"/>
          </p:cNvCxnSpPr>
          <p:nvPr/>
        </p:nvCxnSpPr>
        <p:spPr>
          <a:xfrm xmlns:a="http://schemas.openxmlformats.org/drawingml/2006/main" rot="0" flipV="1">
            <a:off x="3908231" y="5090606"/>
            <a:ext cx="1178206" cy="261487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7" name="直接箭头连接符 2225"/>
          <p:cNvCxnSpPr>
            <a:stCxn xmlns:a="http://schemas.openxmlformats.org/drawingml/2006/main" id="2165" idx="0"/>
            <a:endCxn xmlns:a="http://schemas.openxmlformats.org/drawingml/2006/main" id="2185" idx="2"/>
          </p:cNvCxnSpPr>
          <p:nvPr/>
        </p:nvCxnSpPr>
        <p:spPr>
          <a:xfrm xmlns:a="http://schemas.openxmlformats.org/drawingml/2006/main" rot="0" flipV="1">
            <a:off x="2628387" y="5047306"/>
            <a:ext cx="2440723" cy="286851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8" name="直接箭头连接符 2228"/>
          <p:cNvCxnSpPr>
            <a:stCxn xmlns:a="http://schemas.openxmlformats.org/drawingml/2006/main" id="2202" idx="7"/>
            <a:endCxn xmlns:a="http://schemas.openxmlformats.org/drawingml/2006/main" id="2173" idx="3"/>
          </p:cNvCxnSpPr>
          <p:nvPr/>
        </p:nvCxnSpPr>
        <p:spPr>
          <a:xfrm xmlns:a="http://schemas.openxmlformats.org/drawingml/2006/main" rot="0" flipV="1">
            <a:off x="4536294" y="5438694"/>
            <a:ext cx="550144" cy="291437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19" name="直接箭头连接符 2231"/>
          <p:cNvCxnSpPr>
            <a:stCxn xmlns:a="http://schemas.openxmlformats.org/drawingml/2006/main" id="2200" idx="7"/>
            <a:endCxn xmlns:a="http://schemas.openxmlformats.org/drawingml/2006/main" id="2173" idx="2"/>
          </p:cNvCxnSpPr>
          <p:nvPr/>
        </p:nvCxnSpPr>
        <p:spPr>
          <a:xfrm xmlns:a="http://schemas.openxmlformats.org/drawingml/2006/main" rot="0" flipV="1">
            <a:off x="3908231" y="5395394"/>
            <a:ext cx="1160880" cy="334737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0" name="直接箭头连接符 2234"/>
          <p:cNvCxnSpPr>
            <a:stCxn xmlns:a="http://schemas.openxmlformats.org/drawingml/2006/main" id="2160" idx="7"/>
            <a:endCxn xmlns:a="http://schemas.openxmlformats.org/drawingml/2006/main" id="2204" idx="3"/>
          </p:cNvCxnSpPr>
          <p:nvPr/>
        </p:nvCxnSpPr>
        <p:spPr>
          <a:xfrm xmlns:a="http://schemas.openxmlformats.org/drawingml/2006/main" rot="0" flipV="1">
            <a:off x="4850325" y="5816732"/>
            <a:ext cx="236112" cy="2874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1" name="直接箭头连接符 2237"/>
          <p:cNvCxnSpPr>
            <a:stCxn xmlns:a="http://schemas.openxmlformats.org/drawingml/2006/main" id="2159" idx="7"/>
            <a:endCxn xmlns:a="http://schemas.openxmlformats.org/drawingml/2006/main" id="2204" idx="2"/>
          </p:cNvCxnSpPr>
          <p:nvPr/>
        </p:nvCxnSpPr>
        <p:spPr>
          <a:xfrm xmlns:a="http://schemas.openxmlformats.org/drawingml/2006/main" rot="0" flipV="1">
            <a:off x="4536294" y="5773432"/>
            <a:ext cx="532817" cy="3307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2" name="直接箭头连接符 2240"/>
          <p:cNvCxnSpPr>
            <a:stCxn xmlns:a="http://schemas.openxmlformats.org/drawingml/2006/main" id="2159" idx="0"/>
            <a:endCxn xmlns:a="http://schemas.openxmlformats.org/drawingml/2006/main" id="2202" idx="4"/>
          </p:cNvCxnSpPr>
          <p:nvPr/>
        </p:nvCxnSpPr>
        <p:spPr>
          <a:xfrm xmlns:a="http://schemas.openxmlformats.org/drawingml/2006/main" rot="0" flipV="1">
            <a:off x="4494463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3" name="直接箭头连接符 2243"/>
          <p:cNvCxnSpPr>
            <a:stCxn xmlns:a="http://schemas.openxmlformats.org/drawingml/2006/main" id="2158" idx="0"/>
            <a:endCxn xmlns:a="http://schemas.openxmlformats.org/drawingml/2006/main" id="2202" idx="3"/>
          </p:cNvCxnSpPr>
          <p:nvPr/>
        </p:nvCxnSpPr>
        <p:spPr>
          <a:xfrm xmlns:a="http://schemas.openxmlformats.org/drawingml/2006/main" rot="0" flipV="1">
            <a:off x="4180431" y="5816732"/>
            <a:ext cx="272199" cy="269484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4" name="直接箭头连接符 2246"/>
          <p:cNvCxnSpPr>
            <a:stCxn xmlns:a="http://schemas.openxmlformats.org/drawingml/2006/main" id="2157" idx="7"/>
            <a:endCxn xmlns:a="http://schemas.openxmlformats.org/drawingml/2006/main" id="2202" idx="2"/>
          </p:cNvCxnSpPr>
          <p:nvPr/>
        </p:nvCxnSpPr>
        <p:spPr>
          <a:xfrm xmlns:a="http://schemas.openxmlformats.org/drawingml/2006/main" rot="0" flipV="1">
            <a:off x="3908231" y="5773432"/>
            <a:ext cx="527072" cy="3307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5" name="直接箭头连接符 2249"/>
          <p:cNvCxnSpPr>
            <a:stCxn xmlns:a="http://schemas.openxmlformats.org/drawingml/2006/main" id="2157" idx="0"/>
            <a:endCxn xmlns:a="http://schemas.openxmlformats.org/drawingml/2006/main" id="2200" idx="4"/>
          </p:cNvCxnSpPr>
          <p:nvPr/>
        </p:nvCxnSpPr>
        <p:spPr>
          <a:xfrm xmlns:a="http://schemas.openxmlformats.org/drawingml/2006/main" rot="0" flipV="1">
            <a:off x="3866400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6" name="直接箭头连接符 2252"/>
          <p:cNvCxnSpPr>
            <a:stCxn xmlns:a="http://schemas.openxmlformats.org/drawingml/2006/main" id="2156" idx="7"/>
            <a:endCxn xmlns:a="http://schemas.openxmlformats.org/drawingml/2006/main" id="2200" idx="3"/>
          </p:cNvCxnSpPr>
          <p:nvPr/>
        </p:nvCxnSpPr>
        <p:spPr>
          <a:xfrm xmlns:a="http://schemas.openxmlformats.org/drawingml/2006/main" rot="0" flipV="1">
            <a:off x="3594200" y="5816732"/>
            <a:ext cx="230368" cy="2874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7" name="直接箭头连接符 2255"/>
          <p:cNvCxnSpPr>
            <a:stCxn xmlns:a="http://schemas.openxmlformats.org/drawingml/2006/main" id="2155" idx="7"/>
            <a:endCxn xmlns:a="http://schemas.openxmlformats.org/drawingml/2006/main" id="2200" idx="2"/>
          </p:cNvCxnSpPr>
          <p:nvPr/>
        </p:nvCxnSpPr>
        <p:spPr>
          <a:xfrm xmlns:a="http://schemas.openxmlformats.org/drawingml/2006/main" rot="0" flipV="1">
            <a:off x="3298283" y="5773432"/>
            <a:ext cx="508957" cy="3307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8" name="直接箭头连接符 2258"/>
          <p:cNvCxnSpPr>
            <a:stCxn xmlns:a="http://schemas.openxmlformats.org/drawingml/2006/main" id="2155" idx="0"/>
            <a:endCxn xmlns:a="http://schemas.openxmlformats.org/drawingml/2006/main" id="2198" idx="4"/>
          </p:cNvCxnSpPr>
          <p:nvPr/>
        </p:nvCxnSpPr>
        <p:spPr>
          <a:xfrm xmlns:a="http://schemas.openxmlformats.org/drawingml/2006/main" rot="0" flipV="1">
            <a:off x="3256452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29" name="直接箭头连接符 2261"/>
          <p:cNvCxnSpPr>
            <a:stCxn xmlns:a="http://schemas.openxmlformats.org/drawingml/2006/main" id="2154" idx="7"/>
            <a:endCxn xmlns:a="http://schemas.openxmlformats.org/drawingml/2006/main" id="2198" idx="3"/>
          </p:cNvCxnSpPr>
          <p:nvPr/>
        </p:nvCxnSpPr>
        <p:spPr>
          <a:xfrm xmlns:a="http://schemas.openxmlformats.org/drawingml/2006/main" rot="0" flipV="1">
            <a:off x="2984250" y="5816732"/>
            <a:ext cx="230370" cy="2874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0" name="直接箭头连接符 2265"/>
          <p:cNvCxnSpPr>
            <a:stCxn xmlns:a="http://schemas.openxmlformats.org/drawingml/2006/main" id="2153" idx="7"/>
            <a:endCxn xmlns:a="http://schemas.openxmlformats.org/drawingml/2006/main" id="2198" idx="2"/>
          </p:cNvCxnSpPr>
          <p:nvPr/>
        </p:nvCxnSpPr>
        <p:spPr>
          <a:xfrm xmlns:a="http://schemas.openxmlformats.org/drawingml/2006/main" rot="0" flipV="1">
            <a:off x="2670218" y="5773432"/>
            <a:ext cx="527074" cy="3307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1" name="直接箭头连接符 2268"/>
          <p:cNvCxnSpPr>
            <a:stCxn xmlns:a="http://schemas.openxmlformats.org/drawingml/2006/main" id="2153" idx="0"/>
            <a:endCxn xmlns:a="http://schemas.openxmlformats.org/drawingml/2006/main" id="2196" idx="4"/>
          </p:cNvCxnSpPr>
          <p:nvPr/>
        </p:nvCxnSpPr>
        <p:spPr>
          <a:xfrm xmlns:a="http://schemas.openxmlformats.org/drawingml/2006/main" rot="0" flipV="1">
            <a:off x="2628387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2" name="直接箭头连接符 2271"/>
          <p:cNvCxnSpPr>
            <a:stCxn xmlns:a="http://schemas.openxmlformats.org/drawingml/2006/main" id="2152" idx="7"/>
            <a:endCxn xmlns:a="http://schemas.openxmlformats.org/drawingml/2006/main" id="2196" idx="3"/>
          </p:cNvCxnSpPr>
          <p:nvPr/>
        </p:nvCxnSpPr>
        <p:spPr>
          <a:xfrm xmlns:a="http://schemas.openxmlformats.org/drawingml/2006/main" rot="0" flipV="1">
            <a:off x="2356187" y="5816732"/>
            <a:ext cx="230368" cy="2874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3" name="直接箭头连接符 2274"/>
          <p:cNvCxnSpPr>
            <a:stCxn xmlns:a="http://schemas.openxmlformats.org/drawingml/2006/main" id="2151" idx="7"/>
            <a:endCxn xmlns:a="http://schemas.openxmlformats.org/drawingml/2006/main" id="2196" idx="2"/>
          </p:cNvCxnSpPr>
          <p:nvPr/>
        </p:nvCxnSpPr>
        <p:spPr>
          <a:xfrm xmlns:a="http://schemas.openxmlformats.org/drawingml/2006/main" rot="0" flipV="1">
            <a:off x="2042156" y="5773432"/>
            <a:ext cx="527072" cy="33072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4" name="直接箭头连接符 2277"/>
          <p:cNvCxnSpPr>
            <a:stCxn xmlns:a="http://schemas.openxmlformats.org/drawingml/2006/main" id="2151" idx="0"/>
            <a:endCxn xmlns:a="http://schemas.openxmlformats.org/drawingml/2006/main" id="2194" idx="4"/>
          </p:cNvCxnSpPr>
          <p:nvPr/>
        </p:nvCxnSpPr>
        <p:spPr>
          <a:xfrm xmlns:a="http://schemas.openxmlformats.org/drawingml/2006/main" rot="0" flipV="1">
            <a:off x="2000324" y="5834668"/>
            <a:ext cx="0" cy="251548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5" name="直接箭头连接符 2281"/>
          <p:cNvCxnSpPr>
            <a:stCxn xmlns:a="http://schemas.openxmlformats.org/drawingml/2006/main" id="2196" idx="0"/>
            <a:endCxn xmlns:a="http://schemas.openxmlformats.org/drawingml/2006/main" id="2165" idx="4"/>
          </p:cNvCxnSpPr>
          <p:nvPr/>
        </p:nvCxnSpPr>
        <p:spPr>
          <a:xfrm xmlns:a="http://schemas.openxmlformats.org/drawingml/2006/main" rot="0" flipV="1">
            <a:off x="2628387" y="5456630"/>
            <a:ext cx="0" cy="2555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6" name="直接箭头连接符 2284"/>
          <p:cNvCxnSpPr>
            <a:stCxn xmlns:a="http://schemas.openxmlformats.org/drawingml/2006/main" id="2194" idx="0"/>
            <a:endCxn xmlns:a="http://schemas.openxmlformats.org/drawingml/2006/main" id="2165" idx="3"/>
          </p:cNvCxnSpPr>
          <p:nvPr/>
        </p:nvCxnSpPr>
        <p:spPr>
          <a:xfrm xmlns:a="http://schemas.openxmlformats.org/drawingml/2006/main" rot="0" flipV="1">
            <a:off x="2000324" y="5438694"/>
            <a:ext cx="586230" cy="273501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7" name="直接箭头连接符 2287"/>
          <p:cNvCxnSpPr>
            <a:endCxn xmlns:a="http://schemas.openxmlformats.org/drawingml/2006/main" id="2165" idx="2"/>
          </p:cNvCxnSpPr>
          <p:nvPr/>
        </p:nvCxnSpPr>
        <p:spPr>
          <a:xfrm xmlns:a="http://schemas.openxmlformats.org/drawingml/2006/main" rot="0" flipV="1">
            <a:off x="1302771" y="5395394"/>
            <a:ext cx="1266457" cy="360466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8" name="直接箭头连接符 2291"/>
          <p:cNvCxnSpPr>
            <a:stCxn xmlns:a="http://schemas.openxmlformats.org/drawingml/2006/main" id="2200" idx="0"/>
            <a:endCxn xmlns:a="http://schemas.openxmlformats.org/drawingml/2006/main" id="2169" idx="4"/>
          </p:cNvCxnSpPr>
          <p:nvPr/>
        </p:nvCxnSpPr>
        <p:spPr>
          <a:xfrm xmlns:a="http://schemas.openxmlformats.org/drawingml/2006/main" rot="0" flipV="1">
            <a:off x="3866400" y="5456630"/>
            <a:ext cx="0" cy="2555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39" name="直接箭头连接符 2294"/>
          <p:cNvCxnSpPr>
            <a:stCxn xmlns:a="http://schemas.openxmlformats.org/drawingml/2006/main" id="2198" idx="7"/>
            <a:endCxn xmlns:a="http://schemas.openxmlformats.org/drawingml/2006/main" id="2169" idx="3"/>
          </p:cNvCxnSpPr>
          <p:nvPr/>
        </p:nvCxnSpPr>
        <p:spPr>
          <a:xfrm xmlns:a="http://schemas.openxmlformats.org/drawingml/2006/main" rot="0" flipV="1">
            <a:off x="3298283" y="5438694"/>
            <a:ext cx="526284" cy="291437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40" name="直接箭头连接符 2297"/>
          <p:cNvCxnSpPr>
            <a:stCxn xmlns:a="http://schemas.openxmlformats.org/drawingml/2006/main" id="2196" idx="7"/>
            <a:endCxn xmlns:a="http://schemas.openxmlformats.org/drawingml/2006/main" id="2169" idx="2"/>
          </p:cNvCxnSpPr>
          <p:nvPr/>
        </p:nvCxnSpPr>
        <p:spPr>
          <a:xfrm xmlns:a="http://schemas.openxmlformats.org/drawingml/2006/main" rot="0" flipV="1">
            <a:off x="2670218" y="5395394"/>
            <a:ext cx="1137022" cy="334737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01" name="流程图: 接点 2300">
            <a:extLst xmlns:a="http://schemas.openxmlformats.org/drawingml/2006/main">
              <a:ext uri="{FF2B5EF4-FFF2-40B4-BE49-F238E27FC236}">
                <a16:creationId xmlns:a16="http://schemas.microsoft.com/office/drawing/2014/main" id="{12472C82-230D-E72A-9C28-A765A7D5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344" y="5714014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02" name="流程图: 接点 2301">
            <a:extLst xmlns:a="http://schemas.openxmlformats.org/drawingml/2006/main">
              <a:ext uri="{FF2B5EF4-FFF2-40B4-BE49-F238E27FC236}">
                <a16:creationId xmlns:a16="http://schemas.microsoft.com/office/drawing/2014/main" id="{0E98F878-5C5C-7EFC-84C1-F4D3727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49" y="6090358"/>
            <a:ext cx="118316" cy="122473"/>
          </a:xfrm>
          <a:prstGeom xmlns:a="http://schemas.openxmlformats.org/drawingml/2006/main" prst="flowChartConnector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843" name="直接箭头连接符 2302"/>
          <p:cNvCxnSpPr>
            <a:stCxn xmlns:a="http://schemas.openxmlformats.org/drawingml/2006/main" id="2302" idx="0"/>
            <a:endCxn xmlns:a="http://schemas.openxmlformats.org/drawingml/2006/main" id="2301" idx="4"/>
          </p:cNvCxnSpPr>
          <p:nvPr/>
        </p:nvCxnSpPr>
        <p:spPr>
          <a:xfrm xmlns:a="http://schemas.openxmlformats.org/drawingml/2006/main" rot="0" flipV="1">
            <a:off x="1335508" y="5836487"/>
            <a:ext cx="3995" cy="253871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44" name="直接箭头连接符 2305"/>
          <p:cNvCxnSpPr>
            <a:stCxn xmlns:a="http://schemas.openxmlformats.org/drawingml/2006/main" id="2302" idx="0"/>
            <a:endCxn xmlns:a="http://schemas.openxmlformats.org/drawingml/2006/main" id="2194" idx="2"/>
          </p:cNvCxnSpPr>
          <p:nvPr/>
        </p:nvCxnSpPr>
        <p:spPr>
          <a:xfrm xmlns:a="http://schemas.openxmlformats.org/drawingml/2006/main" rot="0" flipV="1">
            <a:off x="1335508" y="5773432"/>
            <a:ext cx="605658" cy="316926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45" name="连接符: 肘形 2327"/>
          <p:cNvCxnSpPr>
            <a:stCxn xmlns:a="http://schemas.openxmlformats.org/drawingml/2006/main" id="2185" idx="6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5187428" y="4555642"/>
            <a:ext cx="778354" cy="491664"/>
          </a:xfrm>
          <a:prstGeom xmlns:a="http://schemas.openxmlformats.org/drawingml/2006/main" prst="bentConnector3">
            <a:avLst>
              <a:gd name="adj1" fmla="val 75019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46" name="连接符: 肘形 2334"/>
          <p:cNvCxnSpPr>
            <a:stCxn xmlns:a="http://schemas.openxmlformats.org/drawingml/2006/main" id="2103" idx="6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282207" y="3983213"/>
            <a:ext cx="683575" cy="572429"/>
          </a:xfrm>
          <a:prstGeom xmlns:a="http://schemas.openxmlformats.org/drawingml/2006/main" prst="bentConnector3">
            <a:avLst>
              <a:gd name="adj1" fmla="val 71551"/>
            </a:avLst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45" name="矩形: 圆角 2344">
            <a:extLst xmlns:a="http://schemas.openxmlformats.org/drawingml/2006/main">
              <a:ext uri="{FF2B5EF4-FFF2-40B4-BE49-F238E27FC236}">
                <a16:creationId xmlns:a16="http://schemas.microsoft.com/office/drawing/2014/main" id="{71212DCE-CF0C-5010-D533-1BD72694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67" y="4712726"/>
            <a:ext cx="4639647" cy="1586486"/>
          </a:xfrm>
          <a:prstGeom xmlns:a="http://schemas.openxmlformats.org/drawingml/2006/main" prst="roundRect">
            <a:avLst>
              <a:gd name="adj" fmla="val 6548"/>
            </a:avLst>
          </a:prstGeom>
          <a:noFill xmlns:a="http://schemas.openxmlformats.org/drawingml/2006/main"/>
          <a:ln xmlns:a="http://schemas.openxmlformats.org/drawingml/2006/main">
            <a:prstDash val="lg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46" name="矩形: 圆角 2345">
            <a:extLst xmlns:a="http://schemas.openxmlformats.org/drawingml/2006/main">
              <a:ext uri="{FF2B5EF4-FFF2-40B4-BE49-F238E27FC236}">
                <a16:creationId xmlns:a16="http://schemas.microsoft.com/office/drawing/2014/main" id="{3B1445B5-0900-CCA6-3527-799AAF2E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76" y="3036794"/>
            <a:ext cx="4606982" cy="1613505"/>
          </a:xfrm>
          <a:prstGeom xmlns:a="http://schemas.openxmlformats.org/drawingml/2006/main" prst="roundRect">
            <a:avLst>
              <a:gd name="adj" fmla="val 6548"/>
            </a:avLst>
          </a:prstGeom>
          <a:noFill xmlns:a="http://schemas.openxmlformats.org/drawingml/2006/main"/>
          <a:ln xmlns:a="http://schemas.openxmlformats.org/drawingml/2006/main">
            <a:prstDash val="lg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58" name="文本框 2357">
            <a:extLst xmlns:a="http://schemas.openxmlformats.org/drawingml/2006/main">
              <a:ext uri="{FF2B5EF4-FFF2-40B4-BE49-F238E27FC236}">
                <a16:creationId xmlns:a16="http://schemas.microsoft.com/office/drawing/2014/main" id="{9F6CCF47-6CA6-CB39-2F55-4B13B39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89" y="4731828"/>
            <a:ext cx="17067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900"/>
            </a:pPr>
            <a:r>
              <a:rPr sz="900"/>
              <a:t>Context: 100 steps (500 ms)</a:t>
            </a:r>
          </a:p>
        </p:txBody>
      </p:sp>
      <p:sp>
        <p:nvSpPr>
          <p:cNvPr id="2360" name="文本框 2359">
            <a:extLst xmlns:a="http://schemas.openxmlformats.org/drawingml/2006/main">
              <a:ext uri="{FF2B5EF4-FFF2-40B4-BE49-F238E27FC236}">
                <a16:creationId xmlns:a16="http://schemas.microsoft.com/office/drawing/2014/main" id="{DAFB25AD-50B8-8369-AAE3-3EEC824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78" y="3008396"/>
            <a:ext cx="1824841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900"/>
            </a:pPr>
            <a:r>
              <a:rPr sz="900"/>
              <a:t>Stem | 20 / 100 steps</a:t>
            </a:r>
          </a:p>
        </p:txBody>
      </p:sp>
      <p:sp>
        <p:nvSpPr>
          <p:cNvPr id="2361" name="文本框 2360">
            <a:extLst xmlns:a="http://schemas.openxmlformats.org/drawingml/2006/main">
              <a:ext uri="{FF2B5EF4-FFF2-40B4-BE49-F238E27FC236}">
                <a16:creationId xmlns:a16="http://schemas.microsoft.com/office/drawing/2014/main" id="{21B4B6C0-9357-7DE4-39A2-741A189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513" y="534385"/>
            <a:ext cx="184537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Domain randomization</a:t>
            </a:r>
          </a:p>
        </p:txBody>
      </p:sp>
      <p:sp>
        <p:nvSpPr>
          <p:cNvPr id="2362" name="矩形 2361">
            <a:extLst xmlns:a="http://schemas.openxmlformats.org/drawingml/2006/main">
              <a:ext uri="{FF2B5EF4-FFF2-40B4-BE49-F238E27FC236}">
                <a16:creationId xmlns:a16="http://schemas.microsoft.com/office/drawing/2014/main" id="{6BBEF1C5-D5AD-781B-0124-3443BF9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611" y="881960"/>
            <a:ext cx="64996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Inertia variation</a:t>
            </a:r>
          </a:p>
        </p:txBody>
      </p:sp>
      <p:sp>
        <p:nvSpPr>
          <p:cNvPr id="2363" name="矩形 2362">
            <a:extLst xmlns:a="http://schemas.openxmlformats.org/drawingml/2006/main">
              <a:ext uri="{FF2B5EF4-FFF2-40B4-BE49-F238E27FC236}">
                <a16:creationId xmlns:a16="http://schemas.microsoft.com/office/drawing/2014/main" id="{AB54391B-0834-17BE-2EB3-23F53A72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274" y="881960"/>
            <a:ext cx="649965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frictional variation</a:t>
            </a:r>
          </a:p>
        </p:txBody>
      </p:sp>
      <p:sp>
        <p:nvSpPr>
          <p:cNvPr id="2364" name="矩形 2363">
            <a:extLst xmlns:a="http://schemas.openxmlformats.org/drawingml/2006/main">
              <a:ext uri="{FF2B5EF4-FFF2-40B4-BE49-F238E27FC236}">
                <a16:creationId xmlns:a16="http://schemas.microsoft.com/office/drawing/2014/main" id="{F0CC840E-2294-717E-B92E-91BD9C4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601" y="881960"/>
            <a:ext cx="700387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Spring stiffness fluctuation</a:t>
            </a:r>
          </a:p>
        </p:txBody>
      </p:sp>
      <p:cxnSp>
        <p:nvCxnSpPr>
          <p:cNvPr id="2855" name="直接箭头连接符 2364"/>
          <p:cNvCxnSpPr/>
          <p:nvPr/>
        </p:nvCxnSpPr>
        <p:spPr>
          <a:xfrm xmlns:a="http://schemas.openxmlformats.org/drawingml/2006/main">
            <a:off x="7445497" y="3163547"/>
            <a:ext cx="0" cy="852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205" name="文本框 2204">
            <a:extLst xmlns:a="http://schemas.openxmlformats.org/drawingml/2006/main">
              <a:ext uri="{FF2B5EF4-FFF2-40B4-BE49-F238E27FC236}">
                <a16:creationId xmlns:a16="http://schemas.microsoft.com/office/drawing/2014/main" id="{039FC234-59ED-020F-4831-4BD1F5F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108" y="2765956"/>
            <a:ext cx="90120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defRPr sz="1500" b="1"/>
            </a:pPr>
            <a:r>
              <a:rPr sz="1500" b="1"/>
              <a:t>Phase 3</a:t>
            </a:r>
          </a:p>
        </p:txBody>
      </p:sp>
      <p:sp>
        <p:nvSpPr>
          <p:cNvPr id="2208" name="文本框 2207">
            <a:extLst xmlns:a="http://schemas.openxmlformats.org/drawingml/2006/main">
              <a:ext uri="{FF2B5EF4-FFF2-40B4-BE49-F238E27FC236}">
                <a16:creationId xmlns:a16="http://schemas.microsoft.com/office/drawing/2014/main" id="{15434C82-8441-7B8F-6196-2FA2456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201" y="3000590"/>
            <a:ext cx="13580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algn="ctr"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Deployment</a:t>
            </a:r>
          </a:p>
        </p:txBody>
      </p:sp>
      <p:sp>
        <p:nvSpPr>
          <p:cNvPr id="2213" name="文本框 2212">
            <a:extLst xmlns:a="http://schemas.openxmlformats.org/drawingml/2006/main">
              <a:ext uri="{FF2B5EF4-FFF2-40B4-BE49-F238E27FC236}">
                <a16:creationId xmlns:a16="http://schemas.microsoft.com/office/drawing/2014/main" id="{BB03A1FA-8B0B-2FDF-D7CB-D74869CD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39" y="2758441"/>
            <a:ext cx="2247336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Student Distillation</a:t>
            </a:r>
          </a:p>
        </p:txBody>
      </p:sp>
      <p:sp>
        <p:nvSpPr>
          <p:cNvPr id="2372" name="直接连接符 2371">
            <a:extLst xmlns:a="http://schemas.openxmlformats.org/drawingml/2006/main">
              <a:ext uri="{FF2B5EF4-FFF2-40B4-BE49-F238E27FC236}">
                <a16:creationId xmlns:a16="http://schemas.microsoft.com/office/drawing/2014/main" id="{EB4F92E5-DBFE-4D4D-AE7F-B945A8B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152" y="1326411"/>
            <a:ext cx="1789781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2860" name="直接箭头连接符 2373"/>
          <p:cNvCxnSpPr/>
          <p:nvPr/>
        </p:nvCxnSpPr>
        <p:spPr>
          <a:xfrm xmlns:a="http://schemas.openxmlformats.org/drawingml/2006/main">
            <a:off x="4373880" y="1429461"/>
            <a:ext cx="0" cy="856803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61" name="连接符: 肘形 2375"/>
          <p:cNvCxnSpPr>
            <a:stCxn xmlns:a="http://schemas.openxmlformats.org/drawingml/2006/main" id="136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 rot="16200000" flipH="1">
            <a:off x="4164924" y="2358435"/>
            <a:ext cx="889493" cy="1711372"/>
          </a:xfrm>
          <a:prstGeom xmlns:a="http://schemas.openxmlformats.org/drawingml/2006/main" prst="bentConnector3">
            <a:avLst>
              <a:gd name="adj1" fmla="val 25252"/>
            </a:avLst>
          </a:prstGeom>
          <a:ln xmlns:a="http://schemas.openxmlformats.org/drawingml/2006/main" w="12700">
            <a:headEnd type="triangle" w="med" len="med"/>
            <a:tailEnd type="triangle" w="med" len="med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79" name="文本框 2378">
            <a:extLst xmlns:a="http://schemas.openxmlformats.org/drawingml/2006/main">
              <a:ext uri="{FF2B5EF4-FFF2-40B4-BE49-F238E27FC236}">
                <a16:creationId xmlns:a16="http://schemas.microsoft.com/office/drawing/2014/main" id="{8E26C066-33B0-F715-428A-1BBE065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586" y="2707922"/>
            <a:ext cx="107790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050"/>
            </a:pPr>
            <a:r>
              <a:rPr sz="1050"/>
              <a:t>Distillation loss</a:t>
            </a:r>
          </a:p>
        </p:txBody>
      </p:sp>
      <p:cxnSp>
        <p:nvCxnSpPr>
          <p:cNvPr id="2863" name="直接箭头连接符 2389"/>
          <p:cNvCxnSpPr>
            <a:stCxn xmlns:a="http://schemas.openxmlformats.org/drawingml/2006/main" id="153" idx="0"/>
            <a:endCxn xmlns:a="http://schemas.openxmlformats.org/drawingml/2006/main" id="152" idx="2"/>
          </p:cNvCxnSpPr>
          <p:nvPr/>
        </p:nvCxnSpPr>
        <p:spPr>
          <a:xfrm xmlns:a="http://schemas.openxmlformats.org/drawingml/2006/main" flipV="1">
            <a:off x="5463343" y="3880147"/>
            <a:ext cx="2013" cy="8842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93" name="文本框 2392">
            <a:extLst xmlns:a="http://schemas.openxmlformats.org/drawingml/2006/main">
              <a:ext uri="{FF2B5EF4-FFF2-40B4-BE49-F238E27FC236}">
                <a16:creationId xmlns:a16="http://schemas.microsoft.com/office/drawing/2014/main" id="{D7479340-2C7D-DAE6-B600-C7D37EA4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774" y="3857819"/>
            <a:ext cx="335843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/>
            </a:r>
          </a:p>
        </p:txBody>
      </p:sp>
      <p:sp>
        <p:nvSpPr>
          <p:cNvPr id="2395" name="文本框 2394">
            <a:extLst xmlns:a="http://schemas.openxmlformats.org/drawingml/2006/main">
              <a:ext uri="{FF2B5EF4-FFF2-40B4-BE49-F238E27FC236}">
                <a16:creationId xmlns:a16="http://schemas.microsoft.com/office/drawing/2014/main" id="{D256EDED-AAEC-F7DA-CFB1-BB5D257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494" y="2036588"/>
            <a:ext cx="18277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1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Implicit Feature Encoder</a:t>
            </a:r>
          </a:p>
        </p:txBody>
      </p:sp>
    </p:spTree>
    <p:extLst>
      <p:ext uri="{BB962C8B-B14F-4D97-AF65-F5344CB8AC3E}">
        <p14:creationId xmlns:p14="http://schemas.microsoft.com/office/powerpoint/2010/main" val="13149919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2026-07-14T11:10:39.5710000Z</dcterms:created>
  <dcterms:modified xsi:type="dcterms:W3CDTF">2026-07-14T11:10:39.5710000Z</dcterms:modified>
</coreProperties>
</file>